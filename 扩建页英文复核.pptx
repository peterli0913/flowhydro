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6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7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712" r:id="rId1"/>
    <p:sldMasterId id="2147483811" r:id="rId2"/>
    <p:sldMasterId id="2147483823" r:id="rId3"/>
    <p:sldMasterId id="2147483835" r:id="rId4"/>
    <p:sldMasterId id="2147483901" r:id="rId5"/>
    <p:sldMasterId id="2147483906" r:id="rId6"/>
    <p:sldMasterId id="2147483949" r:id="rId7"/>
    <p:sldMasterId id="2147483961" r:id="rId8"/>
  </p:sldMasterIdLst>
  <p:notesMasterIdLst>
    <p:notesMasterId r:id="rId11"/>
  </p:notesMasterIdLst>
  <p:sldIdLst>
    <p:sldId id="3745" r:id="rId9"/>
    <p:sldId id="3743" r:id="rId10"/>
  </p:sldIdLst>
  <p:sldSz cx="9144000" cy="5143500" type="screen16x9"/>
  <p:notesSz cx="6858000" cy="9144000"/>
  <p:defaultTextStyle>
    <a:defPPr>
      <a:defRPr lang="en-US"/>
    </a:defPPr>
    <a:lvl1pPr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5602" userDrawn="1">
          <p15:clr>
            <a:srgbClr val="A4A3A4"/>
          </p15:clr>
        </p15:guide>
        <p15:guide id="2" orient="horz" pos="3049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0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85723"/>
    <a:srgbClr val="F9F9F9"/>
    <a:srgbClr val="4472C4"/>
    <a:srgbClr val="01366A"/>
    <a:srgbClr val="0C89FF"/>
    <a:srgbClr val="EDEDED"/>
    <a:srgbClr val="2E75B6"/>
    <a:srgbClr val="1F4E79"/>
    <a:srgbClr val="B85410"/>
    <a:srgbClr val="193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9" autoAdjust="0"/>
    <p:restoredTop sz="95879" autoAdjust="0"/>
  </p:normalViewPr>
  <p:slideViewPr>
    <p:cSldViewPr snapToGrid="0" snapToObjects="1">
      <p:cViewPr varScale="1">
        <p:scale>
          <a:sx n="128" d="100"/>
          <a:sy n="128" d="100"/>
        </p:scale>
        <p:origin x="125" y="96"/>
      </p:cViewPr>
      <p:guideLst>
        <p:guide pos="5602"/>
        <p:guide orient="horz" pos="3049"/>
        <p:guide orient="horz" pos="259"/>
        <p:guide orient="horz" pos="10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606" indent="-107156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tags" Target="../tags/tag50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tags" Target="../tags/tag49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29" Type="http://schemas.openxmlformats.org/officeDocument/2006/relationships/image" Target="../media/image1.emf"/><Relationship Id="rId1" Type="http://schemas.openxmlformats.org/officeDocument/2006/relationships/vmlDrawing" Target="../drawings/vmlDrawing3.v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tags" Target="../tags/tag48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tags" Target="../tags/tag47.xml"/><Relationship Id="rId28" Type="http://schemas.openxmlformats.org/officeDocument/2006/relationships/slideMaster" Target="../slideMasters/slideMaster1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Relationship Id="rId27" Type="http://schemas.openxmlformats.org/officeDocument/2006/relationships/tags" Target="../tags/tag51.xml"/><Relationship Id="rId30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26" Type="http://schemas.openxmlformats.org/officeDocument/2006/relationships/tags" Target="../tags/tag76.xml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tags" Target="../tags/tag75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29" Type="http://schemas.openxmlformats.org/officeDocument/2006/relationships/oleObject" Target="../embeddings/oleObject4.bin"/><Relationship Id="rId1" Type="http://schemas.openxmlformats.org/officeDocument/2006/relationships/vmlDrawing" Target="../drawings/vmlDrawing4.v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tags" Target="../tags/tag74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tags" Target="../tags/tag73.xml"/><Relationship Id="rId28" Type="http://schemas.openxmlformats.org/officeDocument/2006/relationships/image" Target="../media/image1.emf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tags" Target="../tags/tag72.xml"/><Relationship Id="rId27" Type="http://schemas.openxmlformats.org/officeDocument/2006/relationships/slideMaster" Target="../slideMasters/slideMaster1.xml"/><Relationship Id="rId30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26" Type="http://schemas.openxmlformats.org/officeDocument/2006/relationships/image" Target="../media/image1.emf"/><Relationship Id="rId3" Type="http://schemas.openxmlformats.org/officeDocument/2006/relationships/tags" Target="../tags/tag79.xml"/><Relationship Id="rId21" Type="http://schemas.openxmlformats.org/officeDocument/2006/relationships/tags" Target="../tags/tag97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5" Type="http://schemas.openxmlformats.org/officeDocument/2006/relationships/slideMaster" Target="../slideMasters/slideMaster1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24" Type="http://schemas.openxmlformats.org/officeDocument/2006/relationships/tags" Target="../tags/tag100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23" Type="http://schemas.openxmlformats.org/officeDocument/2006/relationships/tags" Target="../tags/tag99.xml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Relationship Id="rId22" Type="http://schemas.openxmlformats.org/officeDocument/2006/relationships/tags" Target="../tags/tag98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tags" Target="../tags/tag113.xml"/><Relationship Id="rId18" Type="http://schemas.openxmlformats.org/officeDocument/2006/relationships/tags" Target="../tags/tag118.xml"/><Relationship Id="rId26" Type="http://schemas.openxmlformats.org/officeDocument/2006/relationships/image" Target="../media/image1.emf"/><Relationship Id="rId3" Type="http://schemas.openxmlformats.org/officeDocument/2006/relationships/tags" Target="../tags/tag103.xml"/><Relationship Id="rId21" Type="http://schemas.openxmlformats.org/officeDocument/2006/relationships/tags" Target="../tags/tag121.xml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17" Type="http://schemas.openxmlformats.org/officeDocument/2006/relationships/tags" Target="../tags/tag117.xml"/><Relationship Id="rId25" Type="http://schemas.openxmlformats.org/officeDocument/2006/relationships/slideMaster" Target="../slideMasters/slideMaster1.xml"/><Relationship Id="rId2" Type="http://schemas.openxmlformats.org/officeDocument/2006/relationships/tags" Target="../tags/tag102.xml"/><Relationship Id="rId16" Type="http://schemas.openxmlformats.org/officeDocument/2006/relationships/tags" Target="../tags/tag116.xml"/><Relationship Id="rId20" Type="http://schemas.openxmlformats.org/officeDocument/2006/relationships/tags" Target="../tags/tag120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24" Type="http://schemas.openxmlformats.org/officeDocument/2006/relationships/tags" Target="../tags/tag124.xml"/><Relationship Id="rId5" Type="http://schemas.openxmlformats.org/officeDocument/2006/relationships/tags" Target="../tags/tag105.xml"/><Relationship Id="rId15" Type="http://schemas.openxmlformats.org/officeDocument/2006/relationships/tags" Target="../tags/tag115.xml"/><Relationship Id="rId23" Type="http://schemas.openxmlformats.org/officeDocument/2006/relationships/tags" Target="../tags/tag123.xml"/><Relationship Id="rId10" Type="http://schemas.openxmlformats.org/officeDocument/2006/relationships/tags" Target="../tags/tag110.xml"/><Relationship Id="rId19" Type="http://schemas.openxmlformats.org/officeDocument/2006/relationships/tags" Target="../tags/tag119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Relationship Id="rId22" Type="http://schemas.openxmlformats.org/officeDocument/2006/relationships/tags" Target="../tags/tag12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oleObject" Target="../embeddings/oleObject5.bin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25.xml"/><Relationship Id="rId1" Type="http://schemas.openxmlformats.org/officeDocument/2006/relationships/vmlDrawing" Target="../drawings/vmlDrawing5.v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oleObject" Target="../embeddings/oleObject6.bin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5.xml"/><Relationship Id="rId1" Type="http://schemas.openxmlformats.org/officeDocument/2006/relationships/vmlDrawing" Target="../drawings/vmlDrawing6.v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2" Type="http://schemas.openxmlformats.org/officeDocument/2006/relationships/tags" Target="../tags/tag145.xml"/><Relationship Id="rId1" Type="http://schemas.openxmlformats.org/officeDocument/2006/relationships/vmlDrawing" Target="../drawings/vmlDrawing7.v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5" Type="http://schemas.openxmlformats.org/officeDocument/2006/relationships/tags" Target="../tags/tag148.xml"/><Relationship Id="rId15" Type="http://schemas.openxmlformats.org/officeDocument/2006/relationships/image" Target="../media/image1.emf"/><Relationship Id="rId10" Type="http://schemas.openxmlformats.org/officeDocument/2006/relationships/tags" Target="../tags/tag15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2" Type="http://schemas.openxmlformats.org/officeDocument/2006/relationships/tags" Target="../tags/tag156.xml"/><Relationship Id="rId1" Type="http://schemas.openxmlformats.org/officeDocument/2006/relationships/vmlDrawing" Target="../drawings/vmlDrawing8.v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image" Target="../media/image1.emf"/><Relationship Id="rId10" Type="http://schemas.openxmlformats.org/officeDocument/2006/relationships/tags" Target="../tags/tag164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oleObject" Target="../embeddings/oleObject8.bin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12" Type="http://schemas.openxmlformats.org/officeDocument/2006/relationships/tags" Target="../tags/tag177.xml"/><Relationship Id="rId2" Type="http://schemas.openxmlformats.org/officeDocument/2006/relationships/tags" Target="../tags/tag167.xml"/><Relationship Id="rId1" Type="http://schemas.openxmlformats.org/officeDocument/2006/relationships/vmlDrawing" Target="../drawings/vmlDrawing9.vml"/><Relationship Id="rId6" Type="http://schemas.openxmlformats.org/officeDocument/2006/relationships/tags" Target="../tags/tag171.xml"/><Relationship Id="rId11" Type="http://schemas.openxmlformats.org/officeDocument/2006/relationships/tags" Target="../tags/tag176.xml"/><Relationship Id="rId5" Type="http://schemas.openxmlformats.org/officeDocument/2006/relationships/tags" Target="../tags/tag170.xml"/><Relationship Id="rId15" Type="http://schemas.openxmlformats.org/officeDocument/2006/relationships/image" Target="../media/image4.emf"/><Relationship Id="rId10" Type="http://schemas.openxmlformats.org/officeDocument/2006/relationships/tags" Target="../tags/tag175.xml"/><Relationship Id="rId4" Type="http://schemas.openxmlformats.org/officeDocument/2006/relationships/tags" Target="../tags/tag169.xml"/><Relationship Id="rId9" Type="http://schemas.openxmlformats.org/officeDocument/2006/relationships/tags" Target="../tags/tag174.xml"/><Relationship Id="rId14" Type="http://schemas.openxmlformats.org/officeDocument/2006/relationships/oleObject" Target="../embeddings/oleObject9.bin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13" Type="http://schemas.openxmlformats.org/officeDocument/2006/relationships/oleObject" Target="../embeddings/oleObject10.bin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78.xml"/><Relationship Id="rId1" Type="http://schemas.openxmlformats.org/officeDocument/2006/relationships/vmlDrawing" Target="../drawings/vmlDrawing10.vml"/><Relationship Id="rId6" Type="http://schemas.openxmlformats.org/officeDocument/2006/relationships/tags" Target="../tags/tag182.xml"/><Relationship Id="rId11" Type="http://schemas.openxmlformats.org/officeDocument/2006/relationships/tags" Target="../tags/tag187.xml"/><Relationship Id="rId5" Type="http://schemas.openxmlformats.org/officeDocument/2006/relationships/tags" Target="../tags/tag181.xml"/><Relationship Id="rId10" Type="http://schemas.openxmlformats.org/officeDocument/2006/relationships/tags" Target="../tags/tag186.xml"/><Relationship Id="rId4" Type="http://schemas.openxmlformats.org/officeDocument/2006/relationships/tags" Target="../tags/tag180.xml"/><Relationship Id="rId9" Type="http://schemas.openxmlformats.org/officeDocument/2006/relationships/tags" Target="../tags/tag185.xml"/><Relationship Id="rId1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tags" Target="../tags/tag201.xml"/><Relationship Id="rId18" Type="http://schemas.openxmlformats.org/officeDocument/2006/relationships/tags" Target="../tags/tag206.xml"/><Relationship Id="rId26" Type="http://schemas.openxmlformats.org/officeDocument/2006/relationships/tags" Target="../tags/tag214.xml"/><Relationship Id="rId3" Type="http://schemas.openxmlformats.org/officeDocument/2006/relationships/tags" Target="../tags/tag191.xml"/><Relationship Id="rId21" Type="http://schemas.openxmlformats.org/officeDocument/2006/relationships/tags" Target="../tags/tag209.xml"/><Relationship Id="rId7" Type="http://schemas.openxmlformats.org/officeDocument/2006/relationships/tags" Target="../tags/tag195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5" Type="http://schemas.openxmlformats.org/officeDocument/2006/relationships/tags" Target="../tags/tag213.xml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0" Type="http://schemas.openxmlformats.org/officeDocument/2006/relationships/tags" Target="../tags/tag208.xml"/><Relationship Id="rId29" Type="http://schemas.openxmlformats.org/officeDocument/2006/relationships/oleObject" Target="../embeddings/oleObject12.bin"/><Relationship Id="rId1" Type="http://schemas.openxmlformats.org/officeDocument/2006/relationships/vmlDrawing" Target="../drawings/vmlDrawing12.v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24" Type="http://schemas.openxmlformats.org/officeDocument/2006/relationships/tags" Target="../tags/tag212.xml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openxmlformats.org/officeDocument/2006/relationships/tags" Target="../tags/tag211.xml"/><Relationship Id="rId28" Type="http://schemas.openxmlformats.org/officeDocument/2006/relationships/image" Target="../media/image1.emf"/><Relationship Id="rId10" Type="http://schemas.openxmlformats.org/officeDocument/2006/relationships/tags" Target="../tags/tag198.xml"/><Relationship Id="rId19" Type="http://schemas.openxmlformats.org/officeDocument/2006/relationships/tags" Target="../tags/tag207.xml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tags" Target="../tags/tag210.xml"/><Relationship Id="rId27" Type="http://schemas.openxmlformats.org/officeDocument/2006/relationships/slideMaster" Target="../slideMasters/slideMaster1.xml"/><Relationship Id="rId30" Type="http://schemas.openxmlformats.org/officeDocument/2006/relationships/image" Target="../media/image5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tags" Target="../tags/tag227.xml"/><Relationship Id="rId18" Type="http://schemas.openxmlformats.org/officeDocument/2006/relationships/tags" Target="../tags/tag232.xml"/><Relationship Id="rId3" Type="http://schemas.openxmlformats.org/officeDocument/2006/relationships/tags" Target="../tags/tag217.xml"/><Relationship Id="rId21" Type="http://schemas.openxmlformats.org/officeDocument/2006/relationships/tags" Target="../tags/tag235.xml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17" Type="http://schemas.openxmlformats.org/officeDocument/2006/relationships/tags" Target="../tags/tag231.xml"/><Relationship Id="rId25" Type="http://schemas.openxmlformats.org/officeDocument/2006/relationships/image" Target="../media/image1.emf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20" Type="http://schemas.openxmlformats.org/officeDocument/2006/relationships/tags" Target="../tags/tag234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24" Type="http://schemas.openxmlformats.org/officeDocument/2006/relationships/slideMaster" Target="../slideMasters/slideMaster1.xml"/><Relationship Id="rId5" Type="http://schemas.openxmlformats.org/officeDocument/2006/relationships/tags" Target="../tags/tag219.xml"/><Relationship Id="rId15" Type="http://schemas.openxmlformats.org/officeDocument/2006/relationships/tags" Target="../tags/tag229.xml"/><Relationship Id="rId23" Type="http://schemas.openxmlformats.org/officeDocument/2006/relationships/tags" Target="../tags/tag237.xml"/><Relationship Id="rId10" Type="http://schemas.openxmlformats.org/officeDocument/2006/relationships/tags" Target="../tags/tag224.xml"/><Relationship Id="rId19" Type="http://schemas.openxmlformats.org/officeDocument/2006/relationships/tags" Target="../tags/tag233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tags" Target="../tags/tag228.xml"/><Relationship Id="rId22" Type="http://schemas.openxmlformats.org/officeDocument/2006/relationships/tags" Target="../tags/tag23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8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3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13" Type="http://schemas.openxmlformats.org/officeDocument/2006/relationships/tags" Target="../tags/tag251.xml"/><Relationship Id="rId18" Type="http://schemas.openxmlformats.org/officeDocument/2006/relationships/tags" Target="../tags/tag256.xml"/><Relationship Id="rId3" Type="http://schemas.openxmlformats.org/officeDocument/2006/relationships/tags" Target="../tags/tag241.xml"/><Relationship Id="rId21" Type="http://schemas.openxmlformats.org/officeDocument/2006/relationships/tags" Target="../tags/tag259.xml"/><Relationship Id="rId7" Type="http://schemas.openxmlformats.org/officeDocument/2006/relationships/tags" Target="../tags/tag245.xml"/><Relationship Id="rId12" Type="http://schemas.openxmlformats.org/officeDocument/2006/relationships/tags" Target="../tags/tag250.xml"/><Relationship Id="rId17" Type="http://schemas.openxmlformats.org/officeDocument/2006/relationships/tags" Target="../tags/tag255.xml"/><Relationship Id="rId2" Type="http://schemas.openxmlformats.org/officeDocument/2006/relationships/tags" Target="../tags/tag240.xml"/><Relationship Id="rId16" Type="http://schemas.openxmlformats.org/officeDocument/2006/relationships/tags" Target="../tags/tag254.xml"/><Relationship Id="rId20" Type="http://schemas.openxmlformats.org/officeDocument/2006/relationships/tags" Target="../tags/tag258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tags" Target="../tags/tag249.xml"/><Relationship Id="rId24" Type="http://schemas.openxmlformats.org/officeDocument/2006/relationships/image" Target="../media/image1.emf"/><Relationship Id="rId5" Type="http://schemas.openxmlformats.org/officeDocument/2006/relationships/tags" Target="../tags/tag243.xml"/><Relationship Id="rId15" Type="http://schemas.openxmlformats.org/officeDocument/2006/relationships/tags" Target="../tags/tag253.xml"/><Relationship Id="rId23" Type="http://schemas.openxmlformats.org/officeDocument/2006/relationships/slideMaster" Target="../slideMasters/slideMaster1.xml"/><Relationship Id="rId10" Type="http://schemas.openxmlformats.org/officeDocument/2006/relationships/tags" Target="../tags/tag248.xml"/><Relationship Id="rId19" Type="http://schemas.openxmlformats.org/officeDocument/2006/relationships/tags" Target="../tags/tag257.xml"/><Relationship Id="rId4" Type="http://schemas.openxmlformats.org/officeDocument/2006/relationships/tags" Target="../tags/tag242.xml"/><Relationship Id="rId9" Type="http://schemas.openxmlformats.org/officeDocument/2006/relationships/tags" Target="../tags/tag247.xml"/><Relationship Id="rId14" Type="http://schemas.openxmlformats.org/officeDocument/2006/relationships/tags" Target="../tags/tag252.xml"/><Relationship Id="rId22" Type="http://schemas.openxmlformats.org/officeDocument/2006/relationships/tags" Target="../tags/tag260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268.xml"/><Relationship Id="rId13" Type="http://schemas.openxmlformats.org/officeDocument/2006/relationships/tags" Target="../tags/tag273.xml"/><Relationship Id="rId18" Type="http://schemas.openxmlformats.org/officeDocument/2006/relationships/tags" Target="../tags/tag278.xml"/><Relationship Id="rId3" Type="http://schemas.openxmlformats.org/officeDocument/2006/relationships/tags" Target="../tags/tag263.xml"/><Relationship Id="rId21" Type="http://schemas.openxmlformats.org/officeDocument/2006/relationships/tags" Target="../tags/tag281.xml"/><Relationship Id="rId7" Type="http://schemas.openxmlformats.org/officeDocument/2006/relationships/tags" Target="../tags/tag267.xml"/><Relationship Id="rId12" Type="http://schemas.openxmlformats.org/officeDocument/2006/relationships/tags" Target="../tags/tag272.xml"/><Relationship Id="rId17" Type="http://schemas.openxmlformats.org/officeDocument/2006/relationships/tags" Target="../tags/tag277.xml"/><Relationship Id="rId2" Type="http://schemas.openxmlformats.org/officeDocument/2006/relationships/tags" Target="../tags/tag262.xml"/><Relationship Id="rId16" Type="http://schemas.openxmlformats.org/officeDocument/2006/relationships/tags" Target="../tags/tag276.xml"/><Relationship Id="rId20" Type="http://schemas.openxmlformats.org/officeDocument/2006/relationships/tags" Target="../tags/tag280.xml"/><Relationship Id="rId1" Type="http://schemas.openxmlformats.org/officeDocument/2006/relationships/tags" Target="../tags/tag261.xml"/><Relationship Id="rId6" Type="http://schemas.openxmlformats.org/officeDocument/2006/relationships/tags" Target="../tags/tag266.xml"/><Relationship Id="rId11" Type="http://schemas.openxmlformats.org/officeDocument/2006/relationships/tags" Target="../tags/tag271.xml"/><Relationship Id="rId24" Type="http://schemas.openxmlformats.org/officeDocument/2006/relationships/image" Target="../media/image1.emf"/><Relationship Id="rId5" Type="http://schemas.openxmlformats.org/officeDocument/2006/relationships/tags" Target="../tags/tag265.xml"/><Relationship Id="rId15" Type="http://schemas.openxmlformats.org/officeDocument/2006/relationships/tags" Target="../tags/tag275.xml"/><Relationship Id="rId23" Type="http://schemas.openxmlformats.org/officeDocument/2006/relationships/slideMaster" Target="../slideMasters/slideMaster1.xml"/><Relationship Id="rId10" Type="http://schemas.openxmlformats.org/officeDocument/2006/relationships/tags" Target="../tags/tag270.xml"/><Relationship Id="rId19" Type="http://schemas.openxmlformats.org/officeDocument/2006/relationships/tags" Target="../tags/tag279.xml"/><Relationship Id="rId4" Type="http://schemas.openxmlformats.org/officeDocument/2006/relationships/tags" Target="../tags/tag264.xml"/><Relationship Id="rId9" Type="http://schemas.openxmlformats.org/officeDocument/2006/relationships/tags" Target="../tags/tag269.xml"/><Relationship Id="rId14" Type="http://schemas.openxmlformats.org/officeDocument/2006/relationships/tags" Target="../tags/tag274.xml"/><Relationship Id="rId22" Type="http://schemas.openxmlformats.org/officeDocument/2006/relationships/tags" Target="../tags/tag28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92.xml"/><Relationship Id="rId13" Type="http://schemas.openxmlformats.org/officeDocument/2006/relationships/tags" Target="../tags/tag297.xml"/><Relationship Id="rId18" Type="http://schemas.openxmlformats.org/officeDocument/2006/relationships/tags" Target="../tags/tag302.xml"/><Relationship Id="rId3" Type="http://schemas.openxmlformats.org/officeDocument/2006/relationships/tags" Target="../tags/tag287.xml"/><Relationship Id="rId21" Type="http://schemas.openxmlformats.org/officeDocument/2006/relationships/tags" Target="../tags/tag305.xml"/><Relationship Id="rId7" Type="http://schemas.openxmlformats.org/officeDocument/2006/relationships/tags" Target="../tags/tag291.xml"/><Relationship Id="rId12" Type="http://schemas.openxmlformats.org/officeDocument/2006/relationships/tags" Target="../tags/tag296.xml"/><Relationship Id="rId17" Type="http://schemas.openxmlformats.org/officeDocument/2006/relationships/tags" Target="../tags/tag301.xml"/><Relationship Id="rId2" Type="http://schemas.openxmlformats.org/officeDocument/2006/relationships/tags" Target="../tags/tag286.xml"/><Relationship Id="rId16" Type="http://schemas.openxmlformats.org/officeDocument/2006/relationships/tags" Target="../tags/tag300.xml"/><Relationship Id="rId20" Type="http://schemas.openxmlformats.org/officeDocument/2006/relationships/tags" Target="../tags/tag304.xml"/><Relationship Id="rId1" Type="http://schemas.openxmlformats.org/officeDocument/2006/relationships/tags" Target="../tags/tag285.xml"/><Relationship Id="rId6" Type="http://schemas.openxmlformats.org/officeDocument/2006/relationships/tags" Target="../tags/tag290.xml"/><Relationship Id="rId11" Type="http://schemas.openxmlformats.org/officeDocument/2006/relationships/tags" Target="../tags/tag295.xml"/><Relationship Id="rId24" Type="http://schemas.openxmlformats.org/officeDocument/2006/relationships/image" Target="../media/image1.emf"/><Relationship Id="rId5" Type="http://schemas.openxmlformats.org/officeDocument/2006/relationships/tags" Target="../tags/tag289.xml"/><Relationship Id="rId15" Type="http://schemas.openxmlformats.org/officeDocument/2006/relationships/tags" Target="../tags/tag299.xml"/><Relationship Id="rId23" Type="http://schemas.openxmlformats.org/officeDocument/2006/relationships/slideMaster" Target="../slideMasters/slideMaster1.xml"/><Relationship Id="rId10" Type="http://schemas.openxmlformats.org/officeDocument/2006/relationships/tags" Target="../tags/tag294.xml"/><Relationship Id="rId19" Type="http://schemas.openxmlformats.org/officeDocument/2006/relationships/tags" Target="../tags/tag303.xml"/><Relationship Id="rId4" Type="http://schemas.openxmlformats.org/officeDocument/2006/relationships/tags" Target="../tags/tag288.xml"/><Relationship Id="rId9" Type="http://schemas.openxmlformats.org/officeDocument/2006/relationships/tags" Target="../tags/tag293.xml"/><Relationship Id="rId14" Type="http://schemas.openxmlformats.org/officeDocument/2006/relationships/tags" Target="../tags/tag298.xml"/><Relationship Id="rId22" Type="http://schemas.openxmlformats.org/officeDocument/2006/relationships/tags" Target="../tags/tag306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314.xml"/><Relationship Id="rId13" Type="http://schemas.openxmlformats.org/officeDocument/2006/relationships/tags" Target="../tags/tag319.xml"/><Relationship Id="rId18" Type="http://schemas.openxmlformats.org/officeDocument/2006/relationships/tags" Target="../tags/tag324.xml"/><Relationship Id="rId3" Type="http://schemas.openxmlformats.org/officeDocument/2006/relationships/tags" Target="../tags/tag309.xml"/><Relationship Id="rId21" Type="http://schemas.openxmlformats.org/officeDocument/2006/relationships/tags" Target="../tags/tag327.xml"/><Relationship Id="rId7" Type="http://schemas.openxmlformats.org/officeDocument/2006/relationships/tags" Target="../tags/tag313.xml"/><Relationship Id="rId12" Type="http://schemas.openxmlformats.org/officeDocument/2006/relationships/tags" Target="../tags/tag318.xml"/><Relationship Id="rId17" Type="http://schemas.openxmlformats.org/officeDocument/2006/relationships/tags" Target="../tags/tag323.xml"/><Relationship Id="rId2" Type="http://schemas.openxmlformats.org/officeDocument/2006/relationships/tags" Target="../tags/tag308.xml"/><Relationship Id="rId16" Type="http://schemas.openxmlformats.org/officeDocument/2006/relationships/tags" Target="../tags/tag322.xml"/><Relationship Id="rId20" Type="http://schemas.openxmlformats.org/officeDocument/2006/relationships/tags" Target="../tags/tag326.xml"/><Relationship Id="rId1" Type="http://schemas.openxmlformats.org/officeDocument/2006/relationships/tags" Target="../tags/tag307.xml"/><Relationship Id="rId6" Type="http://schemas.openxmlformats.org/officeDocument/2006/relationships/tags" Target="../tags/tag312.xml"/><Relationship Id="rId11" Type="http://schemas.openxmlformats.org/officeDocument/2006/relationships/tags" Target="../tags/tag317.xml"/><Relationship Id="rId24" Type="http://schemas.openxmlformats.org/officeDocument/2006/relationships/image" Target="../media/image1.emf"/><Relationship Id="rId5" Type="http://schemas.openxmlformats.org/officeDocument/2006/relationships/tags" Target="../tags/tag311.xml"/><Relationship Id="rId15" Type="http://schemas.openxmlformats.org/officeDocument/2006/relationships/tags" Target="../tags/tag321.xml"/><Relationship Id="rId23" Type="http://schemas.openxmlformats.org/officeDocument/2006/relationships/slideMaster" Target="../slideMasters/slideMaster1.xml"/><Relationship Id="rId10" Type="http://schemas.openxmlformats.org/officeDocument/2006/relationships/tags" Target="../tags/tag316.xml"/><Relationship Id="rId19" Type="http://schemas.openxmlformats.org/officeDocument/2006/relationships/tags" Target="../tags/tag325.xml"/><Relationship Id="rId4" Type="http://schemas.openxmlformats.org/officeDocument/2006/relationships/tags" Target="../tags/tag310.xml"/><Relationship Id="rId9" Type="http://schemas.openxmlformats.org/officeDocument/2006/relationships/tags" Target="../tags/tag315.xml"/><Relationship Id="rId14" Type="http://schemas.openxmlformats.org/officeDocument/2006/relationships/tags" Target="../tags/tag320.xml"/><Relationship Id="rId22" Type="http://schemas.openxmlformats.org/officeDocument/2006/relationships/tags" Target="../tags/tag32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360.xml"/><Relationship Id="rId13" Type="http://schemas.openxmlformats.org/officeDocument/2006/relationships/tags" Target="../tags/tag365.xml"/><Relationship Id="rId18" Type="http://schemas.openxmlformats.org/officeDocument/2006/relationships/tags" Target="../tags/tag370.xml"/><Relationship Id="rId26" Type="http://schemas.openxmlformats.org/officeDocument/2006/relationships/tags" Target="../tags/tag378.xml"/><Relationship Id="rId3" Type="http://schemas.openxmlformats.org/officeDocument/2006/relationships/tags" Target="../tags/tag355.xml"/><Relationship Id="rId21" Type="http://schemas.openxmlformats.org/officeDocument/2006/relationships/tags" Target="../tags/tag373.xml"/><Relationship Id="rId7" Type="http://schemas.openxmlformats.org/officeDocument/2006/relationships/tags" Target="../tags/tag359.xml"/><Relationship Id="rId12" Type="http://schemas.openxmlformats.org/officeDocument/2006/relationships/tags" Target="../tags/tag364.xml"/><Relationship Id="rId17" Type="http://schemas.openxmlformats.org/officeDocument/2006/relationships/tags" Target="../tags/tag369.xml"/><Relationship Id="rId25" Type="http://schemas.openxmlformats.org/officeDocument/2006/relationships/tags" Target="../tags/tag377.xml"/><Relationship Id="rId2" Type="http://schemas.openxmlformats.org/officeDocument/2006/relationships/tags" Target="../tags/tag354.xml"/><Relationship Id="rId16" Type="http://schemas.openxmlformats.org/officeDocument/2006/relationships/tags" Target="../tags/tag368.xml"/><Relationship Id="rId20" Type="http://schemas.openxmlformats.org/officeDocument/2006/relationships/tags" Target="../tags/tag372.xml"/><Relationship Id="rId29" Type="http://schemas.openxmlformats.org/officeDocument/2006/relationships/image" Target="../media/image1.emf"/><Relationship Id="rId1" Type="http://schemas.openxmlformats.org/officeDocument/2006/relationships/vmlDrawing" Target="../drawings/vmlDrawing17.vml"/><Relationship Id="rId6" Type="http://schemas.openxmlformats.org/officeDocument/2006/relationships/tags" Target="../tags/tag358.xml"/><Relationship Id="rId11" Type="http://schemas.openxmlformats.org/officeDocument/2006/relationships/tags" Target="../tags/tag363.xml"/><Relationship Id="rId24" Type="http://schemas.openxmlformats.org/officeDocument/2006/relationships/tags" Target="../tags/tag376.xml"/><Relationship Id="rId5" Type="http://schemas.openxmlformats.org/officeDocument/2006/relationships/tags" Target="../tags/tag357.xml"/><Relationship Id="rId15" Type="http://schemas.openxmlformats.org/officeDocument/2006/relationships/tags" Target="../tags/tag367.xml"/><Relationship Id="rId23" Type="http://schemas.openxmlformats.org/officeDocument/2006/relationships/tags" Target="../tags/tag375.xml"/><Relationship Id="rId28" Type="http://schemas.openxmlformats.org/officeDocument/2006/relationships/slideMaster" Target="../slideMasters/slideMaster4.xml"/><Relationship Id="rId10" Type="http://schemas.openxmlformats.org/officeDocument/2006/relationships/tags" Target="../tags/tag362.xml"/><Relationship Id="rId19" Type="http://schemas.openxmlformats.org/officeDocument/2006/relationships/tags" Target="../tags/tag371.xml"/><Relationship Id="rId4" Type="http://schemas.openxmlformats.org/officeDocument/2006/relationships/tags" Target="../tags/tag356.xml"/><Relationship Id="rId9" Type="http://schemas.openxmlformats.org/officeDocument/2006/relationships/tags" Target="../tags/tag361.xml"/><Relationship Id="rId14" Type="http://schemas.openxmlformats.org/officeDocument/2006/relationships/tags" Target="../tags/tag366.xml"/><Relationship Id="rId22" Type="http://schemas.openxmlformats.org/officeDocument/2006/relationships/tags" Target="../tags/tag374.xml"/><Relationship Id="rId27" Type="http://schemas.openxmlformats.org/officeDocument/2006/relationships/tags" Target="../tags/tag379.xml"/><Relationship Id="rId30" Type="http://schemas.openxmlformats.org/officeDocument/2006/relationships/oleObject" Target="../embeddings/oleObject17.bin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386.xml"/><Relationship Id="rId13" Type="http://schemas.openxmlformats.org/officeDocument/2006/relationships/tags" Target="../tags/tag391.xml"/><Relationship Id="rId18" Type="http://schemas.openxmlformats.org/officeDocument/2006/relationships/tags" Target="../tags/tag396.xml"/><Relationship Id="rId26" Type="http://schemas.openxmlformats.org/officeDocument/2006/relationships/tags" Target="../tags/tag404.xml"/><Relationship Id="rId3" Type="http://schemas.openxmlformats.org/officeDocument/2006/relationships/tags" Target="../tags/tag381.xml"/><Relationship Id="rId21" Type="http://schemas.openxmlformats.org/officeDocument/2006/relationships/tags" Target="../tags/tag399.xml"/><Relationship Id="rId7" Type="http://schemas.openxmlformats.org/officeDocument/2006/relationships/tags" Target="../tags/tag385.xml"/><Relationship Id="rId12" Type="http://schemas.openxmlformats.org/officeDocument/2006/relationships/tags" Target="../tags/tag390.xml"/><Relationship Id="rId17" Type="http://schemas.openxmlformats.org/officeDocument/2006/relationships/tags" Target="../tags/tag395.xml"/><Relationship Id="rId25" Type="http://schemas.openxmlformats.org/officeDocument/2006/relationships/tags" Target="../tags/tag403.xml"/><Relationship Id="rId2" Type="http://schemas.openxmlformats.org/officeDocument/2006/relationships/tags" Target="../tags/tag380.xml"/><Relationship Id="rId16" Type="http://schemas.openxmlformats.org/officeDocument/2006/relationships/tags" Target="../tags/tag394.xml"/><Relationship Id="rId20" Type="http://schemas.openxmlformats.org/officeDocument/2006/relationships/tags" Target="../tags/tag398.xml"/><Relationship Id="rId29" Type="http://schemas.openxmlformats.org/officeDocument/2006/relationships/oleObject" Target="../embeddings/oleObject18.bin"/><Relationship Id="rId1" Type="http://schemas.openxmlformats.org/officeDocument/2006/relationships/vmlDrawing" Target="../drawings/vmlDrawing18.vml"/><Relationship Id="rId6" Type="http://schemas.openxmlformats.org/officeDocument/2006/relationships/tags" Target="../tags/tag384.xml"/><Relationship Id="rId11" Type="http://schemas.openxmlformats.org/officeDocument/2006/relationships/tags" Target="../tags/tag389.xml"/><Relationship Id="rId24" Type="http://schemas.openxmlformats.org/officeDocument/2006/relationships/tags" Target="../tags/tag402.xml"/><Relationship Id="rId5" Type="http://schemas.openxmlformats.org/officeDocument/2006/relationships/tags" Target="../tags/tag383.xml"/><Relationship Id="rId15" Type="http://schemas.openxmlformats.org/officeDocument/2006/relationships/tags" Target="../tags/tag393.xml"/><Relationship Id="rId23" Type="http://schemas.openxmlformats.org/officeDocument/2006/relationships/tags" Target="../tags/tag401.xml"/><Relationship Id="rId28" Type="http://schemas.openxmlformats.org/officeDocument/2006/relationships/image" Target="../media/image1.emf"/><Relationship Id="rId10" Type="http://schemas.openxmlformats.org/officeDocument/2006/relationships/tags" Target="../tags/tag388.xml"/><Relationship Id="rId19" Type="http://schemas.openxmlformats.org/officeDocument/2006/relationships/tags" Target="../tags/tag397.xml"/><Relationship Id="rId4" Type="http://schemas.openxmlformats.org/officeDocument/2006/relationships/tags" Target="../tags/tag382.xml"/><Relationship Id="rId9" Type="http://schemas.openxmlformats.org/officeDocument/2006/relationships/tags" Target="../tags/tag387.xml"/><Relationship Id="rId14" Type="http://schemas.openxmlformats.org/officeDocument/2006/relationships/tags" Target="../tags/tag392.xml"/><Relationship Id="rId22" Type="http://schemas.openxmlformats.org/officeDocument/2006/relationships/tags" Target="../tags/tag400.xml"/><Relationship Id="rId27" Type="http://schemas.openxmlformats.org/officeDocument/2006/relationships/slideMaster" Target="../slideMasters/slideMaster4.xml"/><Relationship Id="rId30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412.xml"/><Relationship Id="rId13" Type="http://schemas.openxmlformats.org/officeDocument/2006/relationships/tags" Target="../tags/tag417.xml"/><Relationship Id="rId18" Type="http://schemas.openxmlformats.org/officeDocument/2006/relationships/tags" Target="../tags/tag422.xml"/><Relationship Id="rId26" Type="http://schemas.openxmlformats.org/officeDocument/2006/relationships/image" Target="../media/image1.emf"/><Relationship Id="rId3" Type="http://schemas.openxmlformats.org/officeDocument/2006/relationships/tags" Target="../tags/tag407.xml"/><Relationship Id="rId21" Type="http://schemas.openxmlformats.org/officeDocument/2006/relationships/tags" Target="../tags/tag425.xml"/><Relationship Id="rId7" Type="http://schemas.openxmlformats.org/officeDocument/2006/relationships/tags" Target="../tags/tag411.xml"/><Relationship Id="rId12" Type="http://schemas.openxmlformats.org/officeDocument/2006/relationships/tags" Target="../tags/tag416.xml"/><Relationship Id="rId17" Type="http://schemas.openxmlformats.org/officeDocument/2006/relationships/tags" Target="../tags/tag421.xml"/><Relationship Id="rId25" Type="http://schemas.openxmlformats.org/officeDocument/2006/relationships/slideMaster" Target="../slideMasters/slideMaster4.xml"/><Relationship Id="rId2" Type="http://schemas.openxmlformats.org/officeDocument/2006/relationships/tags" Target="../tags/tag406.xml"/><Relationship Id="rId16" Type="http://schemas.openxmlformats.org/officeDocument/2006/relationships/tags" Target="../tags/tag420.xml"/><Relationship Id="rId20" Type="http://schemas.openxmlformats.org/officeDocument/2006/relationships/tags" Target="../tags/tag424.xml"/><Relationship Id="rId1" Type="http://schemas.openxmlformats.org/officeDocument/2006/relationships/tags" Target="../tags/tag405.xml"/><Relationship Id="rId6" Type="http://schemas.openxmlformats.org/officeDocument/2006/relationships/tags" Target="../tags/tag410.xml"/><Relationship Id="rId11" Type="http://schemas.openxmlformats.org/officeDocument/2006/relationships/tags" Target="../tags/tag415.xml"/><Relationship Id="rId24" Type="http://schemas.openxmlformats.org/officeDocument/2006/relationships/tags" Target="../tags/tag428.xml"/><Relationship Id="rId5" Type="http://schemas.openxmlformats.org/officeDocument/2006/relationships/tags" Target="../tags/tag409.xml"/><Relationship Id="rId15" Type="http://schemas.openxmlformats.org/officeDocument/2006/relationships/tags" Target="../tags/tag419.xml"/><Relationship Id="rId23" Type="http://schemas.openxmlformats.org/officeDocument/2006/relationships/tags" Target="../tags/tag427.xml"/><Relationship Id="rId10" Type="http://schemas.openxmlformats.org/officeDocument/2006/relationships/tags" Target="../tags/tag414.xml"/><Relationship Id="rId19" Type="http://schemas.openxmlformats.org/officeDocument/2006/relationships/tags" Target="../tags/tag423.xml"/><Relationship Id="rId4" Type="http://schemas.openxmlformats.org/officeDocument/2006/relationships/tags" Target="../tags/tag408.xml"/><Relationship Id="rId9" Type="http://schemas.openxmlformats.org/officeDocument/2006/relationships/tags" Target="../tags/tag413.xml"/><Relationship Id="rId14" Type="http://schemas.openxmlformats.org/officeDocument/2006/relationships/tags" Target="../tags/tag418.xml"/><Relationship Id="rId22" Type="http://schemas.openxmlformats.org/officeDocument/2006/relationships/tags" Target="../tags/tag426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436.xml"/><Relationship Id="rId13" Type="http://schemas.openxmlformats.org/officeDocument/2006/relationships/tags" Target="../tags/tag441.xml"/><Relationship Id="rId18" Type="http://schemas.openxmlformats.org/officeDocument/2006/relationships/tags" Target="../tags/tag446.xml"/><Relationship Id="rId26" Type="http://schemas.openxmlformats.org/officeDocument/2006/relationships/image" Target="../media/image1.emf"/><Relationship Id="rId3" Type="http://schemas.openxmlformats.org/officeDocument/2006/relationships/tags" Target="../tags/tag431.xml"/><Relationship Id="rId21" Type="http://schemas.openxmlformats.org/officeDocument/2006/relationships/tags" Target="../tags/tag449.xml"/><Relationship Id="rId7" Type="http://schemas.openxmlformats.org/officeDocument/2006/relationships/tags" Target="../tags/tag435.xml"/><Relationship Id="rId12" Type="http://schemas.openxmlformats.org/officeDocument/2006/relationships/tags" Target="../tags/tag440.xml"/><Relationship Id="rId17" Type="http://schemas.openxmlformats.org/officeDocument/2006/relationships/tags" Target="../tags/tag445.xml"/><Relationship Id="rId25" Type="http://schemas.openxmlformats.org/officeDocument/2006/relationships/slideMaster" Target="../slideMasters/slideMaster4.xml"/><Relationship Id="rId2" Type="http://schemas.openxmlformats.org/officeDocument/2006/relationships/tags" Target="../tags/tag430.xml"/><Relationship Id="rId16" Type="http://schemas.openxmlformats.org/officeDocument/2006/relationships/tags" Target="../tags/tag444.xml"/><Relationship Id="rId20" Type="http://schemas.openxmlformats.org/officeDocument/2006/relationships/tags" Target="../tags/tag448.xml"/><Relationship Id="rId1" Type="http://schemas.openxmlformats.org/officeDocument/2006/relationships/tags" Target="../tags/tag429.xml"/><Relationship Id="rId6" Type="http://schemas.openxmlformats.org/officeDocument/2006/relationships/tags" Target="../tags/tag434.xml"/><Relationship Id="rId11" Type="http://schemas.openxmlformats.org/officeDocument/2006/relationships/tags" Target="../tags/tag439.xml"/><Relationship Id="rId24" Type="http://schemas.openxmlformats.org/officeDocument/2006/relationships/tags" Target="../tags/tag452.xml"/><Relationship Id="rId5" Type="http://schemas.openxmlformats.org/officeDocument/2006/relationships/tags" Target="../tags/tag433.xml"/><Relationship Id="rId15" Type="http://schemas.openxmlformats.org/officeDocument/2006/relationships/tags" Target="../tags/tag443.xml"/><Relationship Id="rId23" Type="http://schemas.openxmlformats.org/officeDocument/2006/relationships/tags" Target="../tags/tag451.xml"/><Relationship Id="rId10" Type="http://schemas.openxmlformats.org/officeDocument/2006/relationships/tags" Target="../tags/tag438.xml"/><Relationship Id="rId19" Type="http://schemas.openxmlformats.org/officeDocument/2006/relationships/tags" Target="../tags/tag447.xml"/><Relationship Id="rId4" Type="http://schemas.openxmlformats.org/officeDocument/2006/relationships/tags" Target="../tags/tag432.xml"/><Relationship Id="rId9" Type="http://schemas.openxmlformats.org/officeDocument/2006/relationships/tags" Target="../tags/tag437.xml"/><Relationship Id="rId14" Type="http://schemas.openxmlformats.org/officeDocument/2006/relationships/tags" Target="../tags/tag442.xml"/><Relationship Id="rId22" Type="http://schemas.openxmlformats.org/officeDocument/2006/relationships/tags" Target="../tags/tag450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459.xml"/><Relationship Id="rId13" Type="http://schemas.openxmlformats.org/officeDocument/2006/relationships/oleObject" Target="../embeddings/oleObject19.bin"/><Relationship Id="rId3" Type="http://schemas.openxmlformats.org/officeDocument/2006/relationships/tags" Target="../tags/tag454.xml"/><Relationship Id="rId7" Type="http://schemas.openxmlformats.org/officeDocument/2006/relationships/tags" Target="../tags/tag458.xml"/><Relationship Id="rId12" Type="http://schemas.openxmlformats.org/officeDocument/2006/relationships/slideMaster" Target="../slideMasters/slideMaster4.xml"/><Relationship Id="rId2" Type="http://schemas.openxmlformats.org/officeDocument/2006/relationships/tags" Target="../tags/tag453.xml"/><Relationship Id="rId1" Type="http://schemas.openxmlformats.org/officeDocument/2006/relationships/vmlDrawing" Target="../drawings/vmlDrawing19.vml"/><Relationship Id="rId6" Type="http://schemas.openxmlformats.org/officeDocument/2006/relationships/tags" Target="../tags/tag457.xml"/><Relationship Id="rId11" Type="http://schemas.openxmlformats.org/officeDocument/2006/relationships/tags" Target="../tags/tag462.xml"/><Relationship Id="rId5" Type="http://schemas.openxmlformats.org/officeDocument/2006/relationships/tags" Target="../tags/tag456.xml"/><Relationship Id="rId10" Type="http://schemas.openxmlformats.org/officeDocument/2006/relationships/tags" Target="../tags/tag461.xml"/><Relationship Id="rId4" Type="http://schemas.openxmlformats.org/officeDocument/2006/relationships/tags" Target="../tags/tag455.xml"/><Relationship Id="rId9" Type="http://schemas.openxmlformats.org/officeDocument/2006/relationships/tags" Target="../tags/tag460.xml"/><Relationship Id="rId1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469.xml"/><Relationship Id="rId13" Type="http://schemas.openxmlformats.org/officeDocument/2006/relationships/oleObject" Target="../embeddings/oleObject20.bin"/><Relationship Id="rId3" Type="http://schemas.openxmlformats.org/officeDocument/2006/relationships/tags" Target="../tags/tag464.xml"/><Relationship Id="rId7" Type="http://schemas.openxmlformats.org/officeDocument/2006/relationships/tags" Target="../tags/tag468.xml"/><Relationship Id="rId12" Type="http://schemas.openxmlformats.org/officeDocument/2006/relationships/slideMaster" Target="../slideMasters/slideMaster4.xml"/><Relationship Id="rId2" Type="http://schemas.openxmlformats.org/officeDocument/2006/relationships/tags" Target="../tags/tag463.xml"/><Relationship Id="rId1" Type="http://schemas.openxmlformats.org/officeDocument/2006/relationships/vmlDrawing" Target="../drawings/vmlDrawing20.vml"/><Relationship Id="rId6" Type="http://schemas.openxmlformats.org/officeDocument/2006/relationships/tags" Target="../tags/tag467.xml"/><Relationship Id="rId11" Type="http://schemas.openxmlformats.org/officeDocument/2006/relationships/tags" Target="../tags/tag472.xml"/><Relationship Id="rId5" Type="http://schemas.openxmlformats.org/officeDocument/2006/relationships/tags" Target="../tags/tag466.xml"/><Relationship Id="rId10" Type="http://schemas.openxmlformats.org/officeDocument/2006/relationships/tags" Target="../tags/tag471.xml"/><Relationship Id="rId4" Type="http://schemas.openxmlformats.org/officeDocument/2006/relationships/tags" Target="../tags/tag465.xml"/><Relationship Id="rId9" Type="http://schemas.openxmlformats.org/officeDocument/2006/relationships/tags" Target="../tags/tag470.xml"/><Relationship Id="rId1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479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474.xml"/><Relationship Id="rId7" Type="http://schemas.openxmlformats.org/officeDocument/2006/relationships/tags" Target="../tags/tag478.xml"/><Relationship Id="rId12" Type="http://schemas.openxmlformats.org/officeDocument/2006/relationships/tags" Target="../tags/tag483.xml"/><Relationship Id="rId2" Type="http://schemas.openxmlformats.org/officeDocument/2006/relationships/tags" Target="../tags/tag473.xml"/><Relationship Id="rId1" Type="http://schemas.openxmlformats.org/officeDocument/2006/relationships/vmlDrawing" Target="../drawings/vmlDrawing21.vml"/><Relationship Id="rId6" Type="http://schemas.openxmlformats.org/officeDocument/2006/relationships/tags" Target="../tags/tag477.xml"/><Relationship Id="rId11" Type="http://schemas.openxmlformats.org/officeDocument/2006/relationships/tags" Target="../tags/tag482.xml"/><Relationship Id="rId5" Type="http://schemas.openxmlformats.org/officeDocument/2006/relationships/tags" Target="../tags/tag476.xml"/><Relationship Id="rId15" Type="http://schemas.openxmlformats.org/officeDocument/2006/relationships/image" Target="../media/image1.emf"/><Relationship Id="rId10" Type="http://schemas.openxmlformats.org/officeDocument/2006/relationships/tags" Target="../tags/tag481.xml"/><Relationship Id="rId4" Type="http://schemas.openxmlformats.org/officeDocument/2006/relationships/tags" Target="../tags/tag475.xml"/><Relationship Id="rId9" Type="http://schemas.openxmlformats.org/officeDocument/2006/relationships/tags" Target="../tags/tag480.xml"/><Relationship Id="rId14" Type="http://schemas.openxmlformats.org/officeDocument/2006/relationships/oleObject" Target="../embeddings/oleObject21.bin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490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485.xml"/><Relationship Id="rId7" Type="http://schemas.openxmlformats.org/officeDocument/2006/relationships/tags" Target="../tags/tag489.xml"/><Relationship Id="rId12" Type="http://schemas.openxmlformats.org/officeDocument/2006/relationships/tags" Target="../tags/tag494.xml"/><Relationship Id="rId2" Type="http://schemas.openxmlformats.org/officeDocument/2006/relationships/tags" Target="../tags/tag484.xml"/><Relationship Id="rId1" Type="http://schemas.openxmlformats.org/officeDocument/2006/relationships/vmlDrawing" Target="../drawings/vmlDrawing22.vml"/><Relationship Id="rId6" Type="http://schemas.openxmlformats.org/officeDocument/2006/relationships/tags" Target="../tags/tag488.xml"/><Relationship Id="rId11" Type="http://schemas.openxmlformats.org/officeDocument/2006/relationships/tags" Target="../tags/tag493.xml"/><Relationship Id="rId5" Type="http://schemas.openxmlformats.org/officeDocument/2006/relationships/tags" Target="../tags/tag487.xml"/><Relationship Id="rId15" Type="http://schemas.openxmlformats.org/officeDocument/2006/relationships/image" Target="../media/image1.emf"/><Relationship Id="rId10" Type="http://schemas.openxmlformats.org/officeDocument/2006/relationships/tags" Target="../tags/tag492.xml"/><Relationship Id="rId4" Type="http://schemas.openxmlformats.org/officeDocument/2006/relationships/tags" Target="../tags/tag486.xml"/><Relationship Id="rId9" Type="http://schemas.openxmlformats.org/officeDocument/2006/relationships/tags" Target="../tags/tag491.xml"/><Relationship Id="rId14" Type="http://schemas.openxmlformats.org/officeDocument/2006/relationships/oleObject" Target="../embeddings/oleObject22.bin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501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496.xml"/><Relationship Id="rId7" Type="http://schemas.openxmlformats.org/officeDocument/2006/relationships/tags" Target="../tags/tag500.xml"/><Relationship Id="rId12" Type="http://schemas.openxmlformats.org/officeDocument/2006/relationships/tags" Target="../tags/tag505.xml"/><Relationship Id="rId2" Type="http://schemas.openxmlformats.org/officeDocument/2006/relationships/tags" Target="../tags/tag495.xml"/><Relationship Id="rId1" Type="http://schemas.openxmlformats.org/officeDocument/2006/relationships/vmlDrawing" Target="../drawings/vmlDrawing23.vml"/><Relationship Id="rId6" Type="http://schemas.openxmlformats.org/officeDocument/2006/relationships/tags" Target="../tags/tag499.xml"/><Relationship Id="rId11" Type="http://schemas.openxmlformats.org/officeDocument/2006/relationships/tags" Target="../tags/tag504.xml"/><Relationship Id="rId5" Type="http://schemas.openxmlformats.org/officeDocument/2006/relationships/tags" Target="../tags/tag498.xml"/><Relationship Id="rId15" Type="http://schemas.openxmlformats.org/officeDocument/2006/relationships/image" Target="../media/image4.emf"/><Relationship Id="rId10" Type="http://schemas.openxmlformats.org/officeDocument/2006/relationships/tags" Target="../tags/tag503.xml"/><Relationship Id="rId4" Type="http://schemas.openxmlformats.org/officeDocument/2006/relationships/tags" Target="../tags/tag497.xml"/><Relationship Id="rId9" Type="http://schemas.openxmlformats.org/officeDocument/2006/relationships/tags" Target="../tags/tag502.xml"/><Relationship Id="rId14" Type="http://schemas.openxmlformats.org/officeDocument/2006/relationships/oleObject" Target="../embeddings/oleObject23.bin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512.xml"/><Relationship Id="rId13" Type="http://schemas.openxmlformats.org/officeDocument/2006/relationships/oleObject" Target="../embeddings/oleObject24.bin"/><Relationship Id="rId3" Type="http://schemas.openxmlformats.org/officeDocument/2006/relationships/tags" Target="../tags/tag507.xml"/><Relationship Id="rId7" Type="http://schemas.openxmlformats.org/officeDocument/2006/relationships/tags" Target="../tags/tag511.xml"/><Relationship Id="rId12" Type="http://schemas.openxmlformats.org/officeDocument/2006/relationships/slideMaster" Target="../slideMasters/slideMaster4.xml"/><Relationship Id="rId2" Type="http://schemas.openxmlformats.org/officeDocument/2006/relationships/tags" Target="../tags/tag506.xml"/><Relationship Id="rId1" Type="http://schemas.openxmlformats.org/officeDocument/2006/relationships/vmlDrawing" Target="../drawings/vmlDrawing24.vml"/><Relationship Id="rId6" Type="http://schemas.openxmlformats.org/officeDocument/2006/relationships/tags" Target="../tags/tag510.xml"/><Relationship Id="rId11" Type="http://schemas.openxmlformats.org/officeDocument/2006/relationships/tags" Target="../tags/tag515.xml"/><Relationship Id="rId5" Type="http://schemas.openxmlformats.org/officeDocument/2006/relationships/tags" Target="../tags/tag509.xml"/><Relationship Id="rId10" Type="http://schemas.openxmlformats.org/officeDocument/2006/relationships/tags" Target="../tags/tag514.xml"/><Relationship Id="rId4" Type="http://schemas.openxmlformats.org/officeDocument/2006/relationships/tags" Target="../tags/tag508.xml"/><Relationship Id="rId9" Type="http://schemas.openxmlformats.org/officeDocument/2006/relationships/tags" Target="../tags/tag513.xml"/><Relationship Id="rId1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517.xml"/><Relationship Id="rId2" Type="http://schemas.openxmlformats.org/officeDocument/2006/relationships/tags" Target="../tags/tag51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5.bin"/><Relationship Id="rId4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524.xml"/><Relationship Id="rId13" Type="http://schemas.openxmlformats.org/officeDocument/2006/relationships/tags" Target="../tags/tag529.xml"/><Relationship Id="rId18" Type="http://schemas.openxmlformats.org/officeDocument/2006/relationships/tags" Target="../tags/tag534.xml"/><Relationship Id="rId26" Type="http://schemas.openxmlformats.org/officeDocument/2006/relationships/tags" Target="../tags/tag542.xml"/><Relationship Id="rId3" Type="http://schemas.openxmlformats.org/officeDocument/2006/relationships/tags" Target="../tags/tag519.xml"/><Relationship Id="rId21" Type="http://schemas.openxmlformats.org/officeDocument/2006/relationships/tags" Target="../tags/tag537.xml"/><Relationship Id="rId7" Type="http://schemas.openxmlformats.org/officeDocument/2006/relationships/tags" Target="../tags/tag523.xml"/><Relationship Id="rId12" Type="http://schemas.openxmlformats.org/officeDocument/2006/relationships/tags" Target="../tags/tag528.xml"/><Relationship Id="rId17" Type="http://schemas.openxmlformats.org/officeDocument/2006/relationships/tags" Target="../tags/tag533.xml"/><Relationship Id="rId25" Type="http://schemas.openxmlformats.org/officeDocument/2006/relationships/tags" Target="../tags/tag541.xml"/><Relationship Id="rId2" Type="http://schemas.openxmlformats.org/officeDocument/2006/relationships/tags" Target="../tags/tag518.xml"/><Relationship Id="rId16" Type="http://schemas.openxmlformats.org/officeDocument/2006/relationships/tags" Target="../tags/tag532.xml"/><Relationship Id="rId20" Type="http://schemas.openxmlformats.org/officeDocument/2006/relationships/tags" Target="../tags/tag536.xml"/><Relationship Id="rId29" Type="http://schemas.openxmlformats.org/officeDocument/2006/relationships/oleObject" Target="../embeddings/oleObject26.bin"/><Relationship Id="rId1" Type="http://schemas.openxmlformats.org/officeDocument/2006/relationships/vmlDrawing" Target="../drawings/vmlDrawing26.vml"/><Relationship Id="rId6" Type="http://schemas.openxmlformats.org/officeDocument/2006/relationships/tags" Target="../tags/tag522.xml"/><Relationship Id="rId11" Type="http://schemas.openxmlformats.org/officeDocument/2006/relationships/tags" Target="../tags/tag527.xml"/><Relationship Id="rId24" Type="http://schemas.openxmlformats.org/officeDocument/2006/relationships/tags" Target="../tags/tag540.xml"/><Relationship Id="rId5" Type="http://schemas.openxmlformats.org/officeDocument/2006/relationships/tags" Target="../tags/tag521.xml"/><Relationship Id="rId15" Type="http://schemas.openxmlformats.org/officeDocument/2006/relationships/tags" Target="../tags/tag531.xml"/><Relationship Id="rId23" Type="http://schemas.openxmlformats.org/officeDocument/2006/relationships/tags" Target="../tags/tag539.xml"/><Relationship Id="rId28" Type="http://schemas.openxmlformats.org/officeDocument/2006/relationships/image" Target="../media/image1.emf"/><Relationship Id="rId10" Type="http://schemas.openxmlformats.org/officeDocument/2006/relationships/tags" Target="../tags/tag526.xml"/><Relationship Id="rId19" Type="http://schemas.openxmlformats.org/officeDocument/2006/relationships/tags" Target="../tags/tag535.xml"/><Relationship Id="rId4" Type="http://schemas.openxmlformats.org/officeDocument/2006/relationships/tags" Target="../tags/tag520.xml"/><Relationship Id="rId9" Type="http://schemas.openxmlformats.org/officeDocument/2006/relationships/tags" Target="../tags/tag525.xml"/><Relationship Id="rId14" Type="http://schemas.openxmlformats.org/officeDocument/2006/relationships/tags" Target="../tags/tag530.xml"/><Relationship Id="rId22" Type="http://schemas.openxmlformats.org/officeDocument/2006/relationships/tags" Target="../tags/tag538.xml"/><Relationship Id="rId27" Type="http://schemas.openxmlformats.org/officeDocument/2006/relationships/slideMaster" Target="../slideMasters/slideMaster4.xml"/><Relationship Id="rId30" Type="http://schemas.openxmlformats.org/officeDocument/2006/relationships/image" Target="../media/image5.emf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550.xml"/><Relationship Id="rId13" Type="http://schemas.openxmlformats.org/officeDocument/2006/relationships/tags" Target="../tags/tag555.xml"/><Relationship Id="rId18" Type="http://schemas.openxmlformats.org/officeDocument/2006/relationships/tags" Target="../tags/tag560.xml"/><Relationship Id="rId3" Type="http://schemas.openxmlformats.org/officeDocument/2006/relationships/tags" Target="../tags/tag545.xml"/><Relationship Id="rId21" Type="http://schemas.openxmlformats.org/officeDocument/2006/relationships/tags" Target="../tags/tag563.xml"/><Relationship Id="rId7" Type="http://schemas.openxmlformats.org/officeDocument/2006/relationships/tags" Target="../tags/tag549.xml"/><Relationship Id="rId12" Type="http://schemas.openxmlformats.org/officeDocument/2006/relationships/tags" Target="../tags/tag554.xml"/><Relationship Id="rId17" Type="http://schemas.openxmlformats.org/officeDocument/2006/relationships/tags" Target="../tags/tag559.xml"/><Relationship Id="rId25" Type="http://schemas.openxmlformats.org/officeDocument/2006/relationships/image" Target="../media/image1.emf"/><Relationship Id="rId2" Type="http://schemas.openxmlformats.org/officeDocument/2006/relationships/tags" Target="../tags/tag544.xml"/><Relationship Id="rId16" Type="http://schemas.openxmlformats.org/officeDocument/2006/relationships/tags" Target="../tags/tag558.xml"/><Relationship Id="rId20" Type="http://schemas.openxmlformats.org/officeDocument/2006/relationships/tags" Target="../tags/tag562.xml"/><Relationship Id="rId1" Type="http://schemas.openxmlformats.org/officeDocument/2006/relationships/tags" Target="../tags/tag543.xml"/><Relationship Id="rId6" Type="http://schemas.openxmlformats.org/officeDocument/2006/relationships/tags" Target="../tags/tag548.xml"/><Relationship Id="rId11" Type="http://schemas.openxmlformats.org/officeDocument/2006/relationships/tags" Target="../tags/tag553.xml"/><Relationship Id="rId24" Type="http://schemas.openxmlformats.org/officeDocument/2006/relationships/slideMaster" Target="../slideMasters/slideMaster4.xml"/><Relationship Id="rId5" Type="http://schemas.openxmlformats.org/officeDocument/2006/relationships/tags" Target="../tags/tag547.xml"/><Relationship Id="rId15" Type="http://schemas.openxmlformats.org/officeDocument/2006/relationships/tags" Target="../tags/tag557.xml"/><Relationship Id="rId23" Type="http://schemas.openxmlformats.org/officeDocument/2006/relationships/tags" Target="../tags/tag565.xml"/><Relationship Id="rId10" Type="http://schemas.openxmlformats.org/officeDocument/2006/relationships/tags" Target="../tags/tag552.xml"/><Relationship Id="rId19" Type="http://schemas.openxmlformats.org/officeDocument/2006/relationships/tags" Target="../tags/tag561.xml"/><Relationship Id="rId4" Type="http://schemas.openxmlformats.org/officeDocument/2006/relationships/tags" Target="../tags/tag546.xml"/><Relationship Id="rId9" Type="http://schemas.openxmlformats.org/officeDocument/2006/relationships/tags" Target="../tags/tag551.xml"/><Relationship Id="rId14" Type="http://schemas.openxmlformats.org/officeDocument/2006/relationships/tags" Target="../tags/tag556.xml"/><Relationship Id="rId22" Type="http://schemas.openxmlformats.org/officeDocument/2006/relationships/tags" Target="../tags/tag56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66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7.bin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574.xml"/><Relationship Id="rId13" Type="http://schemas.openxmlformats.org/officeDocument/2006/relationships/tags" Target="../tags/tag579.xml"/><Relationship Id="rId18" Type="http://schemas.openxmlformats.org/officeDocument/2006/relationships/tags" Target="../tags/tag584.xml"/><Relationship Id="rId3" Type="http://schemas.openxmlformats.org/officeDocument/2006/relationships/tags" Target="../tags/tag569.xml"/><Relationship Id="rId21" Type="http://schemas.openxmlformats.org/officeDocument/2006/relationships/tags" Target="../tags/tag587.xml"/><Relationship Id="rId7" Type="http://schemas.openxmlformats.org/officeDocument/2006/relationships/tags" Target="../tags/tag573.xml"/><Relationship Id="rId12" Type="http://schemas.openxmlformats.org/officeDocument/2006/relationships/tags" Target="../tags/tag578.xml"/><Relationship Id="rId17" Type="http://schemas.openxmlformats.org/officeDocument/2006/relationships/tags" Target="../tags/tag583.xml"/><Relationship Id="rId2" Type="http://schemas.openxmlformats.org/officeDocument/2006/relationships/tags" Target="../tags/tag568.xml"/><Relationship Id="rId16" Type="http://schemas.openxmlformats.org/officeDocument/2006/relationships/tags" Target="../tags/tag582.xml"/><Relationship Id="rId20" Type="http://schemas.openxmlformats.org/officeDocument/2006/relationships/tags" Target="../tags/tag586.xml"/><Relationship Id="rId1" Type="http://schemas.openxmlformats.org/officeDocument/2006/relationships/tags" Target="../tags/tag567.xml"/><Relationship Id="rId6" Type="http://schemas.openxmlformats.org/officeDocument/2006/relationships/tags" Target="../tags/tag572.xml"/><Relationship Id="rId11" Type="http://schemas.openxmlformats.org/officeDocument/2006/relationships/tags" Target="../tags/tag577.xml"/><Relationship Id="rId24" Type="http://schemas.openxmlformats.org/officeDocument/2006/relationships/image" Target="../media/image1.emf"/><Relationship Id="rId5" Type="http://schemas.openxmlformats.org/officeDocument/2006/relationships/tags" Target="../tags/tag571.xml"/><Relationship Id="rId15" Type="http://schemas.openxmlformats.org/officeDocument/2006/relationships/tags" Target="../tags/tag581.xml"/><Relationship Id="rId23" Type="http://schemas.openxmlformats.org/officeDocument/2006/relationships/slideMaster" Target="../slideMasters/slideMaster4.xml"/><Relationship Id="rId10" Type="http://schemas.openxmlformats.org/officeDocument/2006/relationships/tags" Target="../tags/tag576.xml"/><Relationship Id="rId19" Type="http://schemas.openxmlformats.org/officeDocument/2006/relationships/tags" Target="../tags/tag585.xml"/><Relationship Id="rId4" Type="http://schemas.openxmlformats.org/officeDocument/2006/relationships/tags" Target="../tags/tag570.xml"/><Relationship Id="rId9" Type="http://schemas.openxmlformats.org/officeDocument/2006/relationships/tags" Target="../tags/tag575.xml"/><Relationship Id="rId14" Type="http://schemas.openxmlformats.org/officeDocument/2006/relationships/tags" Target="../tags/tag580.xml"/><Relationship Id="rId22" Type="http://schemas.openxmlformats.org/officeDocument/2006/relationships/tags" Target="../tags/tag588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596.xml"/><Relationship Id="rId13" Type="http://schemas.openxmlformats.org/officeDocument/2006/relationships/tags" Target="../tags/tag601.xml"/><Relationship Id="rId18" Type="http://schemas.openxmlformats.org/officeDocument/2006/relationships/tags" Target="../tags/tag606.xml"/><Relationship Id="rId3" Type="http://schemas.openxmlformats.org/officeDocument/2006/relationships/tags" Target="../tags/tag591.xml"/><Relationship Id="rId21" Type="http://schemas.openxmlformats.org/officeDocument/2006/relationships/tags" Target="../tags/tag609.xml"/><Relationship Id="rId7" Type="http://schemas.openxmlformats.org/officeDocument/2006/relationships/tags" Target="../tags/tag595.xml"/><Relationship Id="rId12" Type="http://schemas.openxmlformats.org/officeDocument/2006/relationships/tags" Target="../tags/tag600.xml"/><Relationship Id="rId17" Type="http://schemas.openxmlformats.org/officeDocument/2006/relationships/tags" Target="../tags/tag605.xml"/><Relationship Id="rId2" Type="http://schemas.openxmlformats.org/officeDocument/2006/relationships/tags" Target="../tags/tag590.xml"/><Relationship Id="rId16" Type="http://schemas.openxmlformats.org/officeDocument/2006/relationships/tags" Target="../tags/tag604.xml"/><Relationship Id="rId20" Type="http://schemas.openxmlformats.org/officeDocument/2006/relationships/tags" Target="../tags/tag608.xml"/><Relationship Id="rId1" Type="http://schemas.openxmlformats.org/officeDocument/2006/relationships/tags" Target="../tags/tag589.xml"/><Relationship Id="rId6" Type="http://schemas.openxmlformats.org/officeDocument/2006/relationships/tags" Target="../tags/tag594.xml"/><Relationship Id="rId11" Type="http://schemas.openxmlformats.org/officeDocument/2006/relationships/tags" Target="../tags/tag599.xml"/><Relationship Id="rId24" Type="http://schemas.openxmlformats.org/officeDocument/2006/relationships/image" Target="../media/image1.emf"/><Relationship Id="rId5" Type="http://schemas.openxmlformats.org/officeDocument/2006/relationships/tags" Target="../tags/tag593.xml"/><Relationship Id="rId15" Type="http://schemas.openxmlformats.org/officeDocument/2006/relationships/tags" Target="../tags/tag603.xml"/><Relationship Id="rId23" Type="http://schemas.openxmlformats.org/officeDocument/2006/relationships/slideMaster" Target="../slideMasters/slideMaster4.xml"/><Relationship Id="rId10" Type="http://schemas.openxmlformats.org/officeDocument/2006/relationships/tags" Target="../tags/tag598.xml"/><Relationship Id="rId19" Type="http://schemas.openxmlformats.org/officeDocument/2006/relationships/tags" Target="../tags/tag607.xml"/><Relationship Id="rId4" Type="http://schemas.openxmlformats.org/officeDocument/2006/relationships/tags" Target="../tags/tag592.xml"/><Relationship Id="rId9" Type="http://schemas.openxmlformats.org/officeDocument/2006/relationships/tags" Target="../tags/tag597.xml"/><Relationship Id="rId14" Type="http://schemas.openxmlformats.org/officeDocument/2006/relationships/tags" Target="../tags/tag602.xml"/><Relationship Id="rId22" Type="http://schemas.openxmlformats.org/officeDocument/2006/relationships/tags" Target="../tags/tag61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612.xml"/><Relationship Id="rId2" Type="http://schemas.openxmlformats.org/officeDocument/2006/relationships/tags" Target="../tags/tag61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8.bin"/><Relationship Id="rId4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tags" Target="../tags/tag620.xml"/><Relationship Id="rId13" Type="http://schemas.openxmlformats.org/officeDocument/2006/relationships/tags" Target="../tags/tag625.xml"/><Relationship Id="rId18" Type="http://schemas.openxmlformats.org/officeDocument/2006/relationships/tags" Target="../tags/tag630.xml"/><Relationship Id="rId3" Type="http://schemas.openxmlformats.org/officeDocument/2006/relationships/tags" Target="../tags/tag615.xml"/><Relationship Id="rId21" Type="http://schemas.openxmlformats.org/officeDocument/2006/relationships/tags" Target="../tags/tag633.xml"/><Relationship Id="rId7" Type="http://schemas.openxmlformats.org/officeDocument/2006/relationships/tags" Target="../tags/tag619.xml"/><Relationship Id="rId12" Type="http://schemas.openxmlformats.org/officeDocument/2006/relationships/tags" Target="../tags/tag624.xml"/><Relationship Id="rId17" Type="http://schemas.openxmlformats.org/officeDocument/2006/relationships/tags" Target="../tags/tag629.xml"/><Relationship Id="rId2" Type="http://schemas.openxmlformats.org/officeDocument/2006/relationships/tags" Target="../tags/tag614.xml"/><Relationship Id="rId16" Type="http://schemas.openxmlformats.org/officeDocument/2006/relationships/tags" Target="../tags/tag628.xml"/><Relationship Id="rId20" Type="http://schemas.openxmlformats.org/officeDocument/2006/relationships/tags" Target="../tags/tag632.xml"/><Relationship Id="rId1" Type="http://schemas.openxmlformats.org/officeDocument/2006/relationships/tags" Target="../tags/tag613.xml"/><Relationship Id="rId6" Type="http://schemas.openxmlformats.org/officeDocument/2006/relationships/tags" Target="../tags/tag618.xml"/><Relationship Id="rId11" Type="http://schemas.openxmlformats.org/officeDocument/2006/relationships/tags" Target="../tags/tag623.xml"/><Relationship Id="rId24" Type="http://schemas.openxmlformats.org/officeDocument/2006/relationships/image" Target="../media/image1.emf"/><Relationship Id="rId5" Type="http://schemas.openxmlformats.org/officeDocument/2006/relationships/tags" Target="../tags/tag617.xml"/><Relationship Id="rId15" Type="http://schemas.openxmlformats.org/officeDocument/2006/relationships/tags" Target="../tags/tag627.xml"/><Relationship Id="rId23" Type="http://schemas.openxmlformats.org/officeDocument/2006/relationships/slideMaster" Target="../slideMasters/slideMaster4.xml"/><Relationship Id="rId10" Type="http://schemas.openxmlformats.org/officeDocument/2006/relationships/tags" Target="../tags/tag622.xml"/><Relationship Id="rId19" Type="http://schemas.openxmlformats.org/officeDocument/2006/relationships/tags" Target="../tags/tag631.xml"/><Relationship Id="rId4" Type="http://schemas.openxmlformats.org/officeDocument/2006/relationships/tags" Target="../tags/tag616.xml"/><Relationship Id="rId9" Type="http://schemas.openxmlformats.org/officeDocument/2006/relationships/tags" Target="../tags/tag621.xml"/><Relationship Id="rId14" Type="http://schemas.openxmlformats.org/officeDocument/2006/relationships/tags" Target="../tags/tag626.xml"/><Relationship Id="rId22" Type="http://schemas.openxmlformats.org/officeDocument/2006/relationships/tags" Target="../tags/tag634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tags" Target="../tags/tag642.xml"/><Relationship Id="rId13" Type="http://schemas.openxmlformats.org/officeDocument/2006/relationships/tags" Target="../tags/tag647.xml"/><Relationship Id="rId18" Type="http://schemas.openxmlformats.org/officeDocument/2006/relationships/tags" Target="../tags/tag652.xml"/><Relationship Id="rId3" Type="http://schemas.openxmlformats.org/officeDocument/2006/relationships/tags" Target="../tags/tag637.xml"/><Relationship Id="rId21" Type="http://schemas.openxmlformats.org/officeDocument/2006/relationships/tags" Target="../tags/tag655.xml"/><Relationship Id="rId7" Type="http://schemas.openxmlformats.org/officeDocument/2006/relationships/tags" Target="../tags/tag641.xml"/><Relationship Id="rId12" Type="http://schemas.openxmlformats.org/officeDocument/2006/relationships/tags" Target="../tags/tag646.xml"/><Relationship Id="rId17" Type="http://schemas.openxmlformats.org/officeDocument/2006/relationships/tags" Target="../tags/tag651.xml"/><Relationship Id="rId2" Type="http://schemas.openxmlformats.org/officeDocument/2006/relationships/tags" Target="../tags/tag636.xml"/><Relationship Id="rId16" Type="http://schemas.openxmlformats.org/officeDocument/2006/relationships/tags" Target="../tags/tag650.xml"/><Relationship Id="rId20" Type="http://schemas.openxmlformats.org/officeDocument/2006/relationships/tags" Target="../tags/tag654.xml"/><Relationship Id="rId1" Type="http://schemas.openxmlformats.org/officeDocument/2006/relationships/tags" Target="../tags/tag635.xml"/><Relationship Id="rId6" Type="http://schemas.openxmlformats.org/officeDocument/2006/relationships/tags" Target="../tags/tag640.xml"/><Relationship Id="rId11" Type="http://schemas.openxmlformats.org/officeDocument/2006/relationships/tags" Target="../tags/tag645.xml"/><Relationship Id="rId24" Type="http://schemas.openxmlformats.org/officeDocument/2006/relationships/image" Target="../media/image1.emf"/><Relationship Id="rId5" Type="http://schemas.openxmlformats.org/officeDocument/2006/relationships/tags" Target="../tags/tag639.xml"/><Relationship Id="rId15" Type="http://schemas.openxmlformats.org/officeDocument/2006/relationships/tags" Target="../tags/tag649.xml"/><Relationship Id="rId23" Type="http://schemas.openxmlformats.org/officeDocument/2006/relationships/slideMaster" Target="../slideMasters/slideMaster4.xml"/><Relationship Id="rId10" Type="http://schemas.openxmlformats.org/officeDocument/2006/relationships/tags" Target="../tags/tag644.xml"/><Relationship Id="rId19" Type="http://schemas.openxmlformats.org/officeDocument/2006/relationships/tags" Target="../tags/tag653.xml"/><Relationship Id="rId4" Type="http://schemas.openxmlformats.org/officeDocument/2006/relationships/tags" Target="../tags/tag638.xml"/><Relationship Id="rId9" Type="http://schemas.openxmlformats.org/officeDocument/2006/relationships/tags" Target="../tags/tag643.xml"/><Relationship Id="rId14" Type="http://schemas.openxmlformats.org/officeDocument/2006/relationships/tags" Target="../tags/tag648.xml"/><Relationship Id="rId22" Type="http://schemas.openxmlformats.org/officeDocument/2006/relationships/tags" Target="../tags/tag65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0.pn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5.png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7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bg2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4186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2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3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6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3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1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7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0" name="Oval 166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1" name="Arc 167" hidden="1"/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8" name="Oval 1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9" name="Arc 165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6" name="Oval 1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4" name="Oval 1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1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3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4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42" name="Object 8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" r:id="rId30" imgW="360" imgH="360" progId="TCLayout.ActiveDocument.1">
                  <p:embed/>
                </p:oleObj>
              </mc:Choice>
              <mc:Fallback>
                <p:oleObj r:id="rId30" imgW="360" imgH="360" progId="TCLayout.ActiveDocument.1">
                  <p:embed/>
                  <p:pic>
                    <p:nvPicPr>
                      <p:cNvPr id="142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Rectangle 7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144" name="Slide Number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5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83118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4" name="3. Subtitle"/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49"/>
          </a:xfr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8171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39" name="Object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1279922"/>
            <a:ext cx="2859786" cy="52120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9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6584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8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39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2283210"/>
            <a:ext cx="3799332" cy="57708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91088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9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0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94538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2559844" y="0"/>
            <a:ext cx="658415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2787253" y="4839891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2787253" y="887016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1600201"/>
            <a:ext cx="1885950" cy="1035158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3"/>
            <a:ext cx="1885950" cy="41549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67933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3273028" y="0"/>
            <a:ext cx="5870972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3504010" y="4839891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3504010" y="887016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058277"/>
            <a:ext cx="2599182" cy="57708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4"/>
            <a:ext cx="2599181" cy="20774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1806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4569619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0386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1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929878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929878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04688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5872162" y="0"/>
            <a:ext cx="32718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6130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130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/>
          <p:cNvCxnSpPr/>
          <p:nvPr userDrawn="1">
            <p:custDataLst>
              <p:tags r:id="rId11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22684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52257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225796" cy="2077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9507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6586537" y="0"/>
            <a:ext cx="2557463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129"/>
            <a:ext cx="244079" cy="10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 anchor="b">
            <a:spAutoFit/>
          </a:bodyPr>
          <a:lstStyle/>
          <a:p>
            <a:pPr marL="0" marR="0" lvl="0" indent="0" algn="r" defTabSz="4581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A38DC6-9F87-47A9-AC1D-AB5B002D9D36}" type="slidenum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704020202020204"/>
                <a:ea typeface="+mn-ea"/>
                <a:cs typeface="Arial" panose="020B0704020202020204" pitchFamily="34" charset="0"/>
              </a:rPr>
              <a:pPr marL="0" marR="0" lvl="0" indent="0" algn="r" defTabSz="4581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704020202020204"/>
              <a:ea typeface="+mn-ea"/>
              <a:cs typeface="Arial" panose="020B0704020202020204" pitchFamily="34" charset="0"/>
            </a:endParaRPr>
          </a:p>
        </p:txBody>
      </p:sp>
      <p:cxnSp>
        <p:nvCxnSpPr>
          <p:cNvPr id="10" name="BottomLineRight"/>
          <p:cNvCxnSpPr/>
          <p:nvPr>
            <p:custDataLst>
              <p:tags r:id="rId7"/>
            </p:custDataLst>
          </p:nvPr>
        </p:nvCxnSpPr>
        <p:spPr>
          <a:xfrm>
            <a:off x="6840141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>
            <p:custDataLst>
              <p:tags r:id="rId8"/>
            </p:custDataLst>
          </p:nvPr>
        </p:nvCxnSpPr>
        <p:spPr>
          <a:xfrm>
            <a:off x="415529" y="4839891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840141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/>
          <p:nvPr userDrawn="1">
            <p:custDataLst>
              <p:tags r:id="rId11"/>
            </p:custDataLst>
          </p:nvPr>
        </p:nvSpPr>
        <p:spPr>
          <a:xfrm>
            <a:off x="415529" y="4876800"/>
            <a:ext cx="5459015" cy="923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7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7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—"/>
              <a:defRPr sz="1600">
                <a:cs typeface="Arial" panose="020B07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»"/>
              <a:defRPr sz="1600">
                <a:cs typeface="Arial" panose="020B07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›"/>
              <a:defRPr sz="1600">
                <a:cs typeface="Arial" panose="020B07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704020202020204"/>
                <a:ea typeface="+mn-ea"/>
                <a:cs typeface="Arial" panose="020B0704020202020204" pitchFamily="34" charset="0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5622"/>
            <a:ext cx="5939028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939028" cy="2228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92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3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5. Source" hidden="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2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3822668" y="2179868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312571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39" name="Object 2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9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42" name="TextBox 3"/>
          <p:cNvSpPr txBox="1">
            <a:spLocks noChangeArrowheads="1"/>
          </p:cNvSpPr>
          <p:nvPr userDrawn="1"/>
        </p:nvSpPr>
        <p:spPr bwMode="auto">
          <a:xfrm>
            <a:off x="1382316" y="-60007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213469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426839" y="1050025"/>
            <a:ext cx="8304014" cy="362207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48080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" r:id="rId4" imgW="7761960" imgH="10047960" progId="TCLayout.ActiveDocument.1">
                  <p:embed/>
                </p:oleObj>
              </mc:Choice>
              <mc:Fallback>
                <p:oleObj r:id="rId4" imgW="7761960" imgH="100479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Google Shape;13;p38"/>
          <p:cNvSpPr txBox="1">
            <a:spLocks noChangeArrowheads="1"/>
          </p:cNvSpPr>
          <p:nvPr userDrawn="1"/>
        </p:nvSpPr>
        <p:spPr bwMode="auto">
          <a:xfrm>
            <a:off x="8373667" y="4819650"/>
            <a:ext cx="402431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5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B69B2E55-D2ED-4AEE-A66C-946A4008A89F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915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352379" y="1246117"/>
            <a:ext cx="2253449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3743686" y="1246117"/>
            <a:ext cx="4987167" cy="333489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4765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1pPr>
            <a:lvl2pPr marL="685800" lvl="1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2pPr>
            <a:lvl3pPr marL="1028700" lvl="2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3pPr>
            <a:lvl4pPr marL="1371600" lvl="3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4pPr>
            <a:lvl5pPr marL="1714500" lvl="4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noProof="1"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41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369C247A-88F2-4D9E-9457-30E88872100C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239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39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F3631D43-0A86-4835-9D45-16D777E755A8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575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page dark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7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6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0940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  <a:endParaRPr lang="en-US" noProof="1"/>
          </a:p>
        </p:txBody>
      </p:sp>
      <p:sp>
        <p:nvSpPr>
          <p:cNvPr id="13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23348" y="4819650"/>
            <a:ext cx="25503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dirty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pPr defTabSz="685800" eaLnBrk="1" hangingPunct="1"/>
            <a:endParaRPr lang="en-US">
              <a:ea typeface="+mn-ea"/>
            </a:endParaRPr>
          </a:p>
        </p:txBody>
      </p:sp>
      <p:sp>
        <p:nvSpPr>
          <p:cNvPr id="13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498681" y="4819650"/>
            <a:ext cx="27741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smtClean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pPr defTabSz="685800" eaLnBrk="1" hangingPunct="1"/>
            <a:fld id="{34D5C3B8-0A27-4B4F-8679-5D519C8F9859}" type="slidenum">
              <a:rPr lang="en-US" smtClean="0">
                <a:ea typeface="+mn-ea"/>
              </a:rPr>
              <a:pPr defTabSz="685800" eaLnBrk="1" hangingPunct="1"/>
              <a:t>‹#›</a:t>
            </a:fld>
            <a:endParaRPr lang="en-US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9494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5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6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9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8" name="Google Shape;27;p41"/>
          <p:cNvSpPr txBox="1">
            <a:spLocks noChangeArrowheads="1"/>
          </p:cNvSpPr>
          <p:nvPr/>
        </p:nvSpPr>
        <p:spPr bwMode="auto">
          <a:xfrm>
            <a:off x="5823348" y="4819650"/>
            <a:ext cx="2550319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Company Name</a:t>
            </a:r>
            <a:endParaRPr kumimoji="0" lang="en-US" altLang="en-US" sz="675" b="0" i="0" u="none" strike="noStrike" kern="1200" cap="none" spc="0" normalizeH="0" baseline="0" noProof="0" smtClean="0">
              <a:ln>
                <a:noFill/>
              </a:ln>
              <a:solidFill>
                <a:srgbClr val="17161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Google Shape;28;p41"/>
          <p:cNvSpPr txBox="1">
            <a:spLocks noChangeArrowheads="1"/>
          </p:cNvSpPr>
          <p:nvPr/>
        </p:nvSpPr>
        <p:spPr bwMode="auto">
          <a:xfrm>
            <a:off x="8498681" y="4819650"/>
            <a:ext cx="27741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  <a:endParaRPr kumimoji="0" lang="en-US" altLang="en-US" sz="675" b="0" i="0" u="none" strike="noStrike" kern="1200" cap="none" spc="0" normalizeH="0" baseline="0" noProof="0" smtClean="0">
              <a:ln>
                <a:noFill/>
              </a:ln>
              <a:solidFill>
                <a:srgbClr val="17161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0628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781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3418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1771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9724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35053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362129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15899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4550281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933983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4000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67434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9408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547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1382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9154982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60386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94427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9482667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502816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07238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5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7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spcBef>
                <a:spcPts val="225"/>
              </a:spcBef>
              <a:spcAft>
                <a:spcPts val="225"/>
              </a:spcAft>
            </a:pPr>
            <a:endParaRPr lang="en-US" sz="3300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bg2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8625491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2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3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2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8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9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0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1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7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0" name="Oval 166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Arc 167" hidden="1"/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8" name="Oval 1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Arc 165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6" name="Oval 1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4" name="Oval 1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1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3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4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2" name="Object 8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9" r:id="rId30" imgW="360" imgH="360" progId="TCLayout.ActiveDocument.1">
                  <p:embed/>
                </p:oleObj>
              </mc:Choice>
              <mc:Fallback>
                <p:oleObj r:id="rId30" imgW="360" imgH="360" progId="TCLayout.ActiveDocument.1">
                  <p:embed/>
                  <p:pic>
                    <p:nvPicPr>
                      <p:cNvPr id="142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Rectangle 7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144" name="Slide Number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5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83118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4" name="3. Subtitle"/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49"/>
          </a:xfr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150654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9" name="Object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3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1279922"/>
            <a:ext cx="2859786" cy="52120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9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628886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8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39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2283210"/>
            <a:ext cx="3799332" cy="57708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550868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9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0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1954009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7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2559844" y="0"/>
            <a:ext cx="658415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2787253" y="4839891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2787253" y="887016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1600201"/>
            <a:ext cx="1885950" cy="1035158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3"/>
            <a:ext cx="1885950" cy="41549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13344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1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3273028" y="0"/>
            <a:ext cx="5870972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3504010" y="4839891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3504010" y="887016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058277"/>
            <a:ext cx="2599182" cy="57708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4"/>
            <a:ext cx="2599181" cy="20774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7305123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5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4569619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6597140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9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1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929878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929878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39281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3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5872162" y="0"/>
            <a:ext cx="32718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6130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130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/>
          <p:cNvCxnSpPr/>
          <p:nvPr userDrawn="1">
            <p:custDataLst>
              <p:tags r:id="rId11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22684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52257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225796" cy="2077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5336338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7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defRPr/>
            </a:pPr>
            <a:endParaRPr lang="en-US" sz="1875" b="1" dirty="0">
              <a:solidFill>
                <a:srgbClr val="FFFFFF"/>
              </a:solidFill>
              <a:latin typeface="Georgia" panose="02040502050405090303" pitchFamily="18" charset="0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6586537" y="0"/>
            <a:ext cx="2557463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563" dirty="0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129"/>
            <a:ext cx="244079" cy="10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 anchor="b">
            <a:spAutoFit/>
          </a:bodyPr>
          <a:lstStyle/>
          <a:p>
            <a:pPr algn="r" defTabSz="458153" fontAlgn="auto">
              <a:spcBef>
                <a:spcPts val="0"/>
              </a:spcBef>
              <a:spcAft>
                <a:spcPts val="0"/>
              </a:spcAft>
              <a:defRPr/>
            </a:pPr>
            <a:fld id="{3B4986C7-598D-468A-9836-AA279942FAC6}" type="slidenum">
              <a:rPr lang="en-US" sz="675">
                <a:solidFill>
                  <a:srgbClr val="000000"/>
                </a:solidFill>
                <a:latin typeface="Arial" panose="020B0704020202020204"/>
                <a:cs typeface="Arial" panose="020B0704020202020204" pitchFamily="34" charset="0"/>
              </a:rPr>
              <a:pPr algn="r" defTabSz="45815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 dirty="0">
              <a:solidFill>
                <a:srgbClr val="000000"/>
              </a:solidFill>
              <a:latin typeface="Arial" panose="020B0704020202020204"/>
              <a:cs typeface="Arial" panose="020B0704020202020204" pitchFamily="34" charset="0"/>
            </a:endParaRPr>
          </a:p>
        </p:txBody>
      </p:sp>
      <p:cxnSp>
        <p:nvCxnSpPr>
          <p:cNvPr id="10" name="BottomLineRight"/>
          <p:cNvCxnSpPr/>
          <p:nvPr>
            <p:custDataLst>
              <p:tags r:id="rId7"/>
            </p:custDataLst>
          </p:nvPr>
        </p:nvCxnSpPr>
        <p:spPr>
          <a:xfrm>
            <a:off x="6840141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>
            <p:custDataLst>
              <p:tags r:id="rId8"/>
            </p:custDataLst>
          </p:nvPr>
        </p:nvCxnSpPr>
        <p:spPr>
          <a:xfrm>
            <a:off x="415529" y="4839891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840141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/>
          <p:nvPr userDrawn="1">
            <p:custDataLst>
              <p:tags r:id="rId11"/>
            </p:custDataLst>
          </p:nvPr>
        </p:nvSpPr>
        <p:spPr>
          <a:xfrm>
            <a:off x="415529" y="4876800"/>
            <a:ext cx="5459015" cy="923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7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7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—"/>
              <a:defRPr sz="1600">
                <a:cs typeface="Arial" panose="020B07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»"/>
              <a:defRPr sz="1600">
                <a:cs typeface="Arial" panose="020B07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›"/>
              <a:defRPr sz="1600">
                <a:cs typeface="Arial" panose="020B07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9pPr>
          </a:lstStyle>
          <a:p>
            <a:pPr fontAlgn="auto">
              <a:defRPr/>
            </a:pPr>
            <a:r>
              <a:rPr sz="600">
                <a:solidFill>
                  <a:srgbClr val="000000"/>
                </a:solidFill>
                <a:latin typeface="Arial" panose="020B0704020202020204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5622"/>
            <a:ext cx="5939028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939028" cy="2228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636037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1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3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5. Source" hidden="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2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3822668" y="2179868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13326941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9" name="Object 2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55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42" name="TextBox 3"/>
          <p:cNvSpPr txBox="1">
            <a:spLocks noChangeArrowheads="1"/>
          </p:cNvSpPr>
          <p:nvPr userDrawn="1"/>
        </p:nvSpPr>
        <p:spPr bwMode="auto">
          <a:xfrm>
            <a:off x="1382316" y="-60007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7879753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41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426839" y="1050025"/>
            <a:ext cx="8304014" cy="362207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3452796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79" r:id="rId4" imgW="7761960" imgH="10047960" progId="TCLayout.ActiveDocument.1">
                  <p:embed/>
                </p:oleObj>
              </mc:Choice>
              <mc:Fallback>
                <p:oleObj r:id="rId4" imgW="7761960" imgH="100479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Google Shape;13;p38"/>
          <p:cNvSpPr txBox="1">
            <a:spLocks noChangeArrowheads="1"/>
          </p:cNvSpPr>
          <p:nvPr userDrawn="1"/>
        </p:nvSpPr>
        <p:spPr bwMode="auto">
          <a:xfrm>
            <a:off x="8373667" y="4819650"/>
            <a:ext cx="402431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Font typeface="Arial" panose="020B0604020202020204" pitchFamily="34" charset="0"/>
              <a:buNone/>
            </a:pPr>
            <a:r>
              <a:rPr lang="en-GB" altLang="zh-CN" sz="675">
                <a:solidFill>
                  <a:srgbClr val="062032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5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A1D3C581-4FAD-409F-8527-C45D3E38062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3382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352379" y="1246117"/>
            <a:ext cx="2253449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3743686" y="1246117"/>
            <a:ext cx="4987167" cy="333489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4765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1pPr>
            <a:lvl2pPr marL="685800" lvl="1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2pPr>
            <a:lvl3pPr marL="1028700" lvl="2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3pPr>
            <a:lvl4pPr marL="1371600" lvl="3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4pPr>
            <a:lvl5pPr marL="1714500" lvl="4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noProof="1"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41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446EAF66-EE5E-45C2-911A-2963FC755EA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3029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39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7469461B-6A07-44ED-ABDD-48EC24658BD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6964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page dark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3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6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spcBef>
                <a:spcPts val="225"/>
              </a:spcBef>
              <a:spcAft>
                <a:spcPts val="225"/>
              </a:spcAft>
            </a:pPr>
            <a:endParaRPr lang="en-US" sz="3300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53586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  <a:endParaRPr lang="en-US" noProof="1"/>
          </a:p>
        </p:txBody>
      </p:sp>
      <p:sp>
        <p:nvSpPr>
          <p:cNvPr id="13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23348" y="4819650"/>
            <a:ext cx="25503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dirty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r>
              <a:rPr lang="en-GB"/>
              <a:t>Company Name</a:t>
            </a:r>
            <a:endParaRPr lang="en-US"/>
          </a:p>
        </p:txBody>
      </p:sp>
      <p:sp>
        <p:nvSpPr>
          <p:cNvPr id="13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498681" y="4819650"/>
            <a:ext cx="27741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smtClean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fld id="{FA3B7344-2D7B-4526-BDE5-669218FBB4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058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5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6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9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8" name="Google Shape;27;p41"/>
          <p:cNvSpPr txBox="1">
            <a:spLocks noChangeArrowheads="1"/>
          </p:cNvSpPr>
          <p:nvPr/>
        </p:nvSpPr>
        <p:spPr bwMode="auto">
          <a:xfrm>
            <a:off x="5823348" y="4819650"/>
            <a:ext cx="2550319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zh-CN" sz="675">
                <a:solidFill>
                  <a:srgbClr val="171616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Company Name</a:t>
            </a:r>
            <a:endParaRPr lang="en-US" altLang="zh-CN" sz="675">
              <a:solidFill>
                <a:srgbClr val="17161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Google Shape;28;p41"/>
          <p:cNvSpPr txBox="1">
            <a:spLocks noChangeArrowheads="1"/>
          </p:cNvSpPr>
          <p:nvPr/>
        </p:nvSpPr>
        <p:spPr bwMode="auto">
          <a:xfrm>
            <a:off x="8498681" y="4819650"/>
            <a:ext cx="27741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zh-CN" sz="675">
                <a:solidFill>
                  <a:srgbClr val="171616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  <a:endParaRPr lang="en-US" altLang="zh-CN" sz="675">
              <a:solidFill>
                <a:srgbClr val="17161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85074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2 Mar 20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4" y="4932663"/>
            <a:ext cx="1900646" cy="15003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0" tIns="17140" rIns="17140" bIns="17140" numCol="1" spcCol="38100" rtlCol="0" anchor="t">
            <a:spAutoFit/>
          </a:bodyPr>
          <a:lstStyle/>
          <a:p>
            <a:pPr marL="0" marR="0" lvl="0" indent="0" algn="ctr" defTabSz="3097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64693" y="-630476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3"/>
            <a:ext cx="1699576" cy="39756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6A800C7-01A9-9540-9832-F40753C4A09A}"/>
              </a:ext>
            </a:extLst>
          </p:cNvPr>
          <p:cNvSpPr txBox="1"/>
          <p:nvPr userDrawn="1"/>
        </p:nvSpPr>
        <p:spPr>
          <a:xfrm>
            <a:off x="7440784" y="4960582"/>
            <a:ext cx="1900646" cy="15003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0" tIns="17140" rIns="17140" bIns="17140" numCol="1" spcCol="38100" rtlCol="0" anchor="t">
            <a:spAutoFit/>
          </a:bodyPr>
          <a:lstStyle/>
          <a:p>
            <a:pPr marL="0" marR="0" lvl="0" indent="0" algn="ctr" defTabSz="30977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0F7A8DF2-C160-504D-B7A5-BAF27FAF91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0587" y="1343126"/>
            <a:ext cx="3913106" cy="412425"/>
          </a:xfrm>
        </p:spPr>
        <p:txBody>
          <a:bodyPr>
            <a:normAutofit/>
          </a:bodyPr>
          <a:lstStyle>
            <a:lvl1pPr algn="l">
              <a:defRPr sz="1799" b="1">
                <a:solidFill>
                  <a:srgbClr val="2E5A9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01 Title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E1C0EF-C461-54DE-DB52-5421E597D442}"/>
              </a:ext>
            </a:extLst>
          </p:cNvPr>
          <p:cNvSpPr/>
          <p:nvPr userDrawn="1"/>
        </p:nvSpPr>
        <p:spPr>
          <a:xfrm>
            <a:off x="-1005084" y="264521"/>
            <a:ext cx="1005084" cy="318628"/>
          </a:xfrm>
          <a:prstGeom prst="rect">
            <a:avLst/>
          </a:prstGeom>
          <a:solidFill>
            <a:srgbClr val="013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EDCA53-CC9D-9B95-5544-B458F27DACA6}"/>
              </a:ext>
            </a:extLst>
          </p:cNvPr>
          <p:cNvSpPr/>
          <p:nvPr userDrawn="1"/>
        </p:nvSpPr>
        <p:spPr>
          <a:xfrm>
            <a:off x="-1005084" y="687584"/>
            <a:ext cx="1005084" cy="318628"/>
          </a:xfrm>
          <a:prstGeom prst="rect">
            <a:avLst/>
          </a:prstGeom>
          <a:solidFill>
            <a:srgbClr val="265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937B9C-AEEC-A82C-011F-A740DEFBA87C}"/>
              </a:ext>
            </a:extLst>
          </p:cNvPr>
          <p:cNvSpPr/>
          <p:nvPr userDrawn="1"/>
        </p:nvSpPr>
        <p:spPr>
          <a:xfrm>
            <a:off x="-1005084" y="1100923"/>
            <a:ext cx="1005084" cy="318628"/>
          </a:xfrm>
          <a:prstGeom prst="rect">
            <a:avLst/>
          </a:prstGeom>
          <a:solidFill>
            <a:srgbClr val="2E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8EFF7D-9F61-E7CB-451E-9B7F1503FE3A}"/>
              </a:ext>
            </a:extLst>
          </p:cNvPr>
          <p:cNvSpPr/>
          <p:nvPr userDrawn="1"/>
        </p:nvSpPr>
        <p:spPr>
          <a:xfrm>
            <a:off x="-1005084" y="1918871"/>
            <a:ext cx="1005084" cy="318628"/>
          </a:xfrm>
          <a:prstGeom prst="rect">
            <a:avLst/>
          </a:prstGeom>
          <a:solidFill>
            <a:srgbClr val="4A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5491F2-C17A-6A44-752C-52F7DEC6D24E}"/>
              </a:ext>
            </a:extLst>
          </p:cNvPr>
          <p:cNvSpPr/>
          <p:nvPr userDrawn="1"/>
        </p:nvSpPr>
        <p:spPr>
          <a:xfrm>
            <a:off x="-1005084" y="1514263"/>
            <a:ext cx="1005084" cy="318628"/>
          </a:xfrm>
          <a:prstGeom prst="rect">
            <a:avLst/>
          </a:prstGeom>
          <a:solidFill>
            <a:srgbClr val="05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049456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2"/>
          <p:cNvGrpSpPr/>
          <p:nvPr userDrawn="1"/>
        </p:nvGrpSpPr>
        <p:grpSpPr>
          <a:xfrm>
            <a:off x="499112" y="467190"/>
            <a:ext cx="2442510" cy="602628"/>
            <a:chOff x="154" y="3849680"/>
            <a:chExt cx="24382305" cy="6015724"/>
          </a:xfrm>
        </p:grpSpPr>
        <p:sp>
          <p:nvSpPr>
            <p:cNvPr id="9" name="任意形状 8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ctr" defTabSz="2437547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3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ea typeface="黑体" panose="02010609060101010101" pitchFamily="49" charset="-122"/>
                <a:cs typeface="+mn-cs"/>
                <a:sym typeface="Canela Text Regular"/>
              </a:endParaRPr>
            </a:p>
          </p:txBody>
        </p:sp>
        <p:grpSp>
          <p:nvGrpSpPr>
            <p:cNvPr id="10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11" name="任意形状 10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6" name="任意形状 15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7" name="任意形状 16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8" name="任意形状 17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9" name="任意形状 18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</p:grpSp>
      </p:grpSp>
      <p:sp>
        <p:nvSpPr>
          <p:cNvPr id="6" name="Rechteck"/>
          <p:cNvSpPr/>
          <p:nvPr userDrawn="1"/>
        </p:nvSpPr>
        <p:spPr>
          <a:xfrm rot="5400000">
            <a:off x="4464001" y="463500"/>
            <a:ext cx="216000" cy="9144000"/>
          </a:xfrm>
          <a:prstGeom prst="rect">
            <a:avLst/>
          </a:prstGeom>
          <a:solidFill>
            <a:srgbClr val="151046"/>
          </a:solidFill>
          <a:ln w="12700">
            <a:miter lim="400000"/>
          </a:ln>
        </p:spPr>
        <p:txBody>
          <a:bodyPr lIns="45705" rIns="45705" anchor="ctr"/>
          <a:lstStyle/>
          <a:p>
            <a:pPr marL="0" marR="0" lvl="0" indent="0" algn="l" defTabSz="91408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D3E8B2-E389-04E8-B5F1-04BFCA87B38C}"/>
              </a:ext>
            </a:extLst>
          </p:cNvPr>
          <p:cNvSpPr/>
          <p:nvPr userDrawn="1"/>
        </p:nvSpPr>
        <p:spPr>
          <a:xfrm>
            <a:off x="-1005084" y="264521"/>
            <a:ext cx="1005084" cy="318628"/>
          </a:xfrm>
          <a:prstGeom prst="rect">
            <a:avLst/>
          </a:prstGeom>
          <a:solidFill>
            <a:srgbClr val="013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5C69D5-977B-8B84-17D2-7B9302C21783}"/>
              </a:ext>
            </a:extLst>
          </p:cNvPr>
          <p:cNvSpPr/>
          <p:nvPr userDrawn="1"/>
        </p:nvSpPr>
        <p:spPr>
          <a:xfrm>
            <a:off x="-1005084" y="687584"/>
            <a:ext cx="1005084" cy="318628"/>
          </a:xfrm>
          <a:prstGeom prst="rect">
            <a:avLst/>
          </a:prstGeom>
          <a:solidFill>
            <a:srgbClr val="265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1D4349-4230-1E0F-C41C-08E737E71E0D}"/>
              </a:ext>
            </a:extLst>
          </p:cNvPr>
          <p:cNvSpPr/>
          <p:nvPr userDrawn="1"/>
        </p:nvSpPr>
        <p:spPr>
          <a:xfrm>
            <a:off x="-1005084" y="1100923"/>
            <a:ext cx="1005084" cy="318628"/>
          </a:xfrm>
          <a:prstGeom prst="rect">
            <a:avLst/>
          </a:prstGeom>
          <a:solidFill>
            <a:srgbClr val="2E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EE8EFAD-1523-ED2F-4821-67FCC664931F}"/>
              </a:ext>
            </a:extLst>
          </p:cNvPr>
          <p:cNvSpPr/>
          <p:nvPr userDrawn="1"/>
        </p:nvSpPr>
        <p:spPr>
          <a:xfrm>
            <a:off x="-1005084" y="1918871"/>
            <a:ext cx="1005084" cy="318628"/>
          </a:xfrm>
          <a:prstGeom prst="rect">
            <a:avLst/>
          </a:prstGeom>
          <a:solidFill>
            <a:srgbClr val="4A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C3F240F-53E4-08F1-BC3B-7C1E8AB8B4E3}"/>
              </a:ext>
            </a:extLst>
          </p:cNvPr>
          <p:cNvSpPr/>
          <p:nvPr userDrawn="1"/>
        </p:nvSpPr>
        <p:spPr>
          <a:xfrm>
            <a:off x="-1005084" y="1514263"/>
            <a:ext cx="1005084" cy="318628"/>
          </a:xfrm>
          <a:prstGeom prst="rect">
            <a:avLst/>
          </a:prstGeom>
          <a:solidFill>
            <a:srgbClr val="05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0065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2"/>
          <p:cNvGrpSpPr/>
          <p:nvPr userDrawn="1"/>
        </p:nvGrpSpPr>
        <p:grpSpPr>
          <a:xfrm>
            <a:off x="499112" y="467190"/>
            <a:ext cx="2442510" cy="602628"/>
            <a:chOff x="154" y="3849680"/>
            <a:chExt cx="24382305" cy="6015724"/>
          </a:xfrm>
        </p:grpSpPr>
        <p:sp>
          <p:nvSpPr>
            <p:cNvPr id="9" name="任意形状 8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ctr" defTabSz="2437547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3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ea typeface="黑体" panose="02010609060101010101" pitchFamily="49" charset="-122"/>
                <a:cs typeface="+mn-cs"/>
                <a:sym typeface="Canela Text Regular"/>
              </a:endParaRPr>
            </a:p>
          </p:txBody>
        </p:sp>
        <p:grpSp>
          <p:nvGrpSpPr>
            <p:cNvPr id="10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11" name="任意形状 10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6" name="任意形状 15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7" name="任意形状 16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8" name="任意形状 17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  <p:sp>
            <p:nvSpPr>
              <p:cNvPr id="19" name="任意形状 18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7547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39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ea typeface="黑体" panose="02010609060101010101" pitchFamily="49" charset="-122"/>
                  <a:cs typeface="+mn-cs"/>
                  <a:sym typeface="Canela Text Regular"/>
                </a:endParaRPr>
              </a:p>
            </p:txBody>
          </p:sp>
        </p:grpSp>
      </p:grpSp>
      <p:sp>
        <p:nvSpPr>
          <p:cNvPr id="6" name="Rechteck"/>
          <p:cNvSpPr/>
          <p:nvPr userDrawn="1"/>
        </p:nvSpPr>
        <p:spPr>
          <a:xfrm rot="5400000">
            <a:off x="4464001" y="463500"/>
            <a:ext cx="216000" cy="9144000"/>
          </a:xfrm>
          <a:prstGeom prst="rect">
            <a:avLst/>
          </a:prstGeom>
          <a:solidFill>
            <a:srgbClr val="151046"/>
          </a:solidFill>
          <a:ln w="12700">
            <a:miter lim="400000"/>
          </a:ln>
        </p:spPr>
        <p:txBody>
          <a:bodyPr lIns="45705" rIns="45705" anchor="ctr"/>
          <a:lstStyle/>
          <a:p>
            <a:pPr marL="0" marR="0" lvl="0" indent="0" algn="l" defTabSz="91408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7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B3EFF855-5039-5DCB-7E01-E01F16911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85167" y="4974908"/>
            <a:ext cx="549354" cy="121187"/>
          </a:xfrm>
        </p:spPr>
        <p:txBody>
          <a:bodyPr wrap="square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577">
              <a:defRPr/>
            </a:pPr>
            <a:r>
              <a:rPr lang="en-US" altLang="zh-CN" smtClean="0">
                <a:solidFill>
                  <a:srgbClr val="FFFFFF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srgbClr val="FFFFFF"/>
                </a:solidFill>
              </a:rPr>
              <a:pPr defTabSz="685577">
                <a:defRPr/>
              </a:pPr>
              <a:t>‹#›</a:t>
            </a:fld>
            <a:r>
              <a:rPr lang="en-US" altLang="zh-CN" smtClean="0">
                <a:solidFill>
                  <a:srgbClr val="FFFFFF"/>
                </a:solidFill>
              </a:rPr>
              <a:t>-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50E3168-684C-3CC7-E815-825F6CD01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013" y="2674628"/>
            <a:ext cx="3501515" cy="412425"/>
          </a:xfrm>
        </p:spPr>
        <p:txBody>
          <a:bodyPr>
            <a:normAutofit/>
          </a:bodyPr>
          <a:lstStyle>
            <a:lvl1pPr algn="l">
              <a:defRPr sz="1799" b="1">
                <a:solidFill>
                  <a:srgbClr val="01366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C23E1EE-1683-B7A6-16C8-311C886DA4B7}"/>
              </a:ext>
            </a:extLst>
          </p:cNvPr>
          <p:cNvSpPr/>
          <p:nvPr userDrawn="1"/>
        </p:nvSpPr>
        <p:spPr>
          <a:xfrm>
            <a:off x="-1005084" y="264521"/>
            <a:ext cx="1005084" cy="318628"/>
          </a:xfrm>
          <a:prstGeom prst="rect">
            <a:avLst/>
          </a:prstGeom>
          <a:solidFill>
            <a:srgbClr val="013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FB7DEC-F6BE-14B5-A280-1AE43EF2D053}"/>
              </a:ext>
            </a:extLst>
          </p:cNvPr>
          <p:cNvSpPr/>
          <p:nvPr userDrawn="1"/>
        </p:nvSpPr>
        <p:spPr>
          <a:xfrm>
            <a:off x="-1005084" y="687584"/>
            <a:ext cx="1005084" cy="318628"/>
          </a:xfrm>
          <a:prstGeom prst="rect">
            <a:avLst/>
          </a:prstGeom>
          <a:solidFill>
            <a:srgbClr val="265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BD5E678-BAB6-A9A5-2C7F-B842BD2F37C7}"/>
              </a:ext>
            </a:extLst>
          </p:cNvPr>
          <p:cNvSpPr/>
          <p:nvPr userDrawn="1"/>
        </p:nvSpPr>
        <p:spPr>
          <a:xfrm>
            <a:off x="-1005084" y="1100923"/>
            <a:ext cx="1005084" cy="318628"/>
          </a:xfrm>
          <a:prstGeom prst="rect">
            <a:avLst/>
          </a:prstGeom>
          <a:solidFill>
            <a:srgbClr val="2E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8FD1AB-A3B1-7480-8D8F-7C937B00F03A}"/>
              </a:ext>
            </a:extLst>
          </p:cNvPr>
          <p:cNvSpPr/>
          <p:nvPr userDrawn="1"/>
        </p:nvSpPr>
        <p:spPr>
          <a:xfrm>
            <a:off x="-1005084" y="1918871"/>
            <a:ext cx="1005084" cy="318628"/>
          </a:xfrm>
          <a:prstGeom prst="rect">
            <a:avLst/>
          </a:prstGeom>
          <a:solidFill>
            <a:srgbClr val="4A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ECBFB2-7CB1-42A0-7DC0-0377838EB2BB}"/>
              </a:ext>
            </a:extLst>
          </p:cNvPr>
          <p:cNvSpPr/>
          <p:nvPr userDrawn="1"/>
        </p:nvSpPr>
        <p:spPr>
          <a:xfrm>
            <a:off x="-1005084" y="1514263"/>
            <a:ext cx="1005084" cy="318628"/>
          </a:xfrm>
          <a:prstGeom prst="rect">
            <a:avLst/>
          </a:prstGeom>
          <a:solidFill>
            <a:srgbClr val="05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5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4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4070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3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0643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13910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1504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6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3215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1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5965115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7530567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409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7381760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4249981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9" y="4947090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4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282756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8261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9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100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0661908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5215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66952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>
                <a:solidFill>
                  <a:srgbClr val="2F5A9E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7" y="427858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437032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4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7" y="2674146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60799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52827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72713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7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21197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892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6"/>
            <a:ext cx="2948940" cy="2918936"/>
          </a:xfrm>
        </p:spPr>
        <p:txBody>
          <a:bodyPr/>
          <a:lstStyle>
            <a:lvl1pPr marL="257168" indent="-257168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9869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7" y="4203861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7" y="481015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394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4444437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2_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394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136795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394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394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1092198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7" y="4203861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7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7120522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00188775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8989460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99070372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21" y="4947091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7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4012130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9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535392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矩形 1"/>
          <p:cNvSpPr/>
          <p:nvPr userDrawn="1"/>
        </p:nvSpPr>
        <p:spPr>
          <a:xfrm>
            <a:off x="6280152" y="2432052"/>
            <a:ext cx="2863850" cy="2470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1"/>
          </a:p>
        </p:txBody>
      </p:sp>
    </p:spTree>
    <p:extLst>
      <p:ext uri="{BB962C8B-B14F-4D97-AF65-F5344CB8AC3E}">
        <p14:creationId xmlns:p14="http://schemas.microsoft.com/office/powerpoint/2010/main" val="327762882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6122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1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8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8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5" y="228127"/>
            <a:ext cx="1986677" cy="3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49365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9DC09-E464-6242-8AA8-2F1F666657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-10946"/>
            <a:ext cx="9196387" cy="5154447"/>
          </a:xfrm>
          <a:prstGeom prst="rect">
            <a:avLst/>
          </a:prstGeom>
        </p:spPr>
      </p:pic>
      <p:pic>
        <p:nvPicPr>
          <p:cNvPr id="6" name="Picture 5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5F7683FC-97C3-9742-89ED-2AF7D1366A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376" y="676712"/>
            <a:ext cx="2048436" cy="40802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D51E516-3C62-B14F-B9E3-4CC2BE94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79" y="2076644"/>
            <a:ext cx="5986367" cy="1008595"/>
          </a:xfrm>
          <a:prstGeom prst="rect">
            <a:avLst/>
          </a:prstGeo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66E28E-9633-C440-BA7B-C41A985FB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9379" y="3172319"/>
            <a:ext cx="4954766" cy="55626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4"/>
                </a:solidFill>
                <a:latin typeface="Times" pitchFamily="2" charset="0"/>
              </a:defRPr>
            </a:lvl1pPr>
            <a:lvl2pPr>
              <a:defRPr b="1">
                <a:solidFill>
                  <a:schemeClr val="accent4"/>
                </a:solidFill>
                <a:latin typeface="Times" pitchFamily="2" charset="0"/>
              </a:defRPr>
            </a:lvl2pPr>
            <a:lvl3pPr>
              <a:defRPr b="1">
                <a:solidFill>
                  <a:schemeClr val="accent4"/>
                </a:solidFill>
                <a:latin typeface="Times" pitchFamily="2" charset="0"/>
              </a:defRPr>
            </a:lvl3pPr>
            <a:lvl4pPr>
              <a:defRPr b="1">
                <a:solidFill>
                  <a:schemeClr val="accent4"/>
                </a:solidFill>
                <a:latin typeface="Times" pitchFamily="2" charset="0"/>
              </a:defRPr>
            </a:lvl4pPr>
            <a:lvl5pPr>
              <a:defRPr b="1">
                <a:solidFill>
                  <a:schemeClr val="accent4"/>
                </a:solidFill>
                <a:latin typeface="Time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76668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9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5" y="493266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100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7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9221613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Mar 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2"/>
          <p:cNvGrpSpPr/>
          <p:nvPr userDrawn="1"/>
        </p:nvGrpSpPr>
        <p:grpSpPr>
          <a:xfrm>
            <a:off x="499112" y="467189"/>
            <a:ext cx="2442510" cy="602628"/>
            <a:chOff x="154" y="3849680"/>
            <a:chExt cx="24382305" cy="6015724"/>
          </a:xfrm>
        </p:grpSpPr>
        <p:sp>
          <p:nvSpPr>
            <p:cNvPr id="9" name="任意形状 8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ctr" defTabSz="2438339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endParaRPr>
            </a:p>
          </p:txBody>
        </p:sp>
        <p:grpSp>
          <p:nvGrpSpPr>
            <p:cNvPr id="10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11" name="任意形状 10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6" name="任意形状 15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7" name="任意形状 16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8" name="任意形状 17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  <p:sp>
            <p:nvSpPr>
              <p:cNvPr id="19" name="任意形状 18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339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ela Text Regular"/>
                  <a:sym typeface="Canela Text Regular"/>
                </a:endParaRPr>
              </a:p>
            </p:txBody>
          </p:sp>
        </p:grpSp>
      </p:grpSp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3115277" y="3"/>
            <a:ext cx="6028725" cy="5049547"/>
          </a:xfrm>
          <a:prstGeom prst="rect">
            <a:avLst/>
          </a:prstGeom>
        </p:spPr>
      </p:pic>
      <p:sp>
        <p:nvSpPr>
          <p:cNvPr id="6" name="Rechteck"/>
          <p:cNvSpPr/>
          <p:nvPr userDrawn="1"/>
        </p:nvSpPr>
        <p:spPr>
          <a:xfrm rot="5400000">
            <a:off x="4428000" y="431611"/>
            <a:ext cx="288000" cy="9216000"/>
          </a:xfrm>
          <a:prstGeom prst="rect">
            <a:avLst/>
          </a:prstGeom>
          <a:solidFill>
            <a:srgbClr val="151046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37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939542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 20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93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6" y="4960584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6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ea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ea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7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52527" y="264606"/>
            <a:ext cx="6423841" cy="412424"/>
          </a:xfrm>
        </p:spPr>
        <p:txBody>
          <a:bodyPr>
            <a:normAutofit/>
          </a:bodyPr>
          <a:lstStyle>
            <a:lvl1pPr algn="r">
              <a:defRPr sz="1800" b="1">
                <a:solidFill>
                  <a:srgbClr val="2E5A9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Title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7338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9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4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10664872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2418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 rot="19806617">
            <a:off x="5384758" y="-1947972"/>
            <a:ext cx="7591962" cy="717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4606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60073205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11456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66952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>
                <a:solidFill>
                  <a:srgbClr val="2F5A9E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3" y="427857"/>
            <a:ext cx="1605164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620951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498"/>
            <a:ext cx="8229600" cy="572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965200"/>
            <a:ext cx="8229600" cy="3644900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/>
            </a:lvl1pPr>
            <a:lvl2pPr marL="557213" indent="-214313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086385" y="4819650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Page </a:t>
            </a:r>
            <a:fld id="{127D9164-07AF-9947-BAED-B5CA6D2A48F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2320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0525" y="1"/>
            <a:ext cx="4899602" cy="474377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微软雅黑" panose="020B0703020204020201" pitchFamily="34" charset="-122"/>
                <a:ea typeface="微软雅黑" panose="020B0703020204020201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70482809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Mar 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2"/>
          <p:cNvGrpSpPr/>
          <p:nvPr userDrawn="1"/>
        </p:nvGrpSpPr>
        <p:grpSpPr>
          <a:xfrm>
            <a:off x="499112" y="467189"/>
            <a:ext cx="2442510" cy="602628"/>
            <a:chOff x="154" y="3849680"/>
            <a:chExt cx="24382305" cy="6015724"/>
          </a:xfrm>
        </p:grpSpPr>
        <p:sp>
          <p:nvSpPr>
            <p:cNvPr id="9" name="任意形状 8"/>
            <p:cNvSpPr/>
            <p:nvPr/>
          </p:nvSpPr>
          <p:spPr>
            <a:xfrm>
              <a:off x="154" y="3849680"/>
              <a:ext cx="24382305" cy="6015724"/>
            </a:xfrm>
            <a:custGeom>
              <a:avLst/>
              <a:gdLst>
                <a:gd name="connsiteX0" fmla="*/ -14455 w 24382305"/>
                <a:gd name="connsiteY0" fmla="*/ -146 h 6015724"/>
                <a:gd name="connsiteX1" fmla="*/ 24367846 w 24382305"/>
                <a:gd name="connsiteY1" fmla="*/ -146 h 6015724"/>
                <a:gd name="connsiteX2" fmla="*/ 24367846 w 24382305"/>
                <a:gd name="connsiteY2" fmla="*/ 6015579 h 6015724"/>
                <a:gd name="connsiteX3" fmla="*/ -14462 w 24382305"/>
                <a:gd name="connsiteY3" fmla="*/ 6015579 h 60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2305" h="6015724">
                  <a:moveTo>
                    <a:pt x="-14455" y="-146"/>
                  </a:moveTo>
                  <a:lnTo>
                    <a:pt x="24367846" y="-146"/>
                  </a:lnTo>
                  <a:lnTo>
                    <a:pt x="24367846" y="6015579"/>
                  </a:lnTo>
                  <a:lnTo>
                    <a:pt x="-14462" y="6015579"/>
                  </a:lnTo>
                  <a:close/>
                </a:path>
              </a:pathLst>
            </a:custGeom>
            <a:noFill/>
            <a:ln w="6587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ctr" defTabSz="2438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10" name="图形 2"/>
            <p:cNvGrpSpPr/>
            <p:nvPr/>
          </p:nvGrpSpPr>
          <p:grpSpPr>
            <a:xfrm>
              <a:off x="1379470" y="4700209"/>
              <a:ext cx="21623556" cy="4314688"/>
              <a:chOff x="1379470" y="4700209"/>
              <a:chExt cx="21623556" cy="4314688"/>
            </a:xfrm>
          </p:grpSpPr>
          <p:sp>
            <p:nvSpPr>
              <p:cNvPr id="11" name="任意形状 10"/>
              <p:cNvSpPr/>
              <p:nvPr/>
            </p:nvSpPr>
            <p:spPr>
              <a:xfrm>
                <a:off x="1379470" y="4700209"/>
                <a:ext cx="3567667" cy="4314688"/>
              </a:xfrm>
              <a:custGeom>
                <a:avLst/>
                <a:gdLst>
                  <a:gd name="connsiteX0" fmla="*/ 3520360 w 3567667"/>
                  <a:gd name="connsiteY0" fmla="*/ 3488286 h 4314688"/>
                  <a:gd name="connsiteX1" fmla="*/ 1796098 w 3567667"/>
                  <a:gd name="connsiteY1" fmla="*/ 4315039 h 4314688"/>
                  <a:gd name="connsiteX2" fmla="*/ 386 w 3567667"/>
                  <a:gd name="connsiteY2" fmla="*/ 2067143 h 4314688"/>
                  <a:gd name="connsiteX3" fmla="*/ 814556 w 3567667"/>
                  <a:gd name="connsiteY3" fmla="*/ 51788 h 4314688"/>
                  <a:gd name="connsiteX4" fmla="*/ 2538640 w 3567667"/>
                  <a:gd name="connsiteY4" fmla="*/ 350 h 4314688"/>
                  <a:gd name="connsiteX5" fmla="*/ 3568053 w 3567667"/>
                  <a:gd name="connsiteY5" fmla="*/ 1498471 h 4314688"/>
                  <a:gd name="connsiteX6" fmla="*/ 3304582 w 3567667"/>
                  <a:gd name="connsiteY6" fmla="*/ 1472931 h 4314688"/>
                  <a:gd name="connsiteX7" fmla="*/ 2514526 w 3567667"/>
                  <a:gd name="connsiteY7" fmla="*/ 413459 h 4314688"/>
                  <a:gd name="connsiteX8" fmla="*/ 1173591 w 3567667"/>
                  <a:gd name="connsiteY8" fmla="*/ 465075 h 4314688"/>
                  <a:gd name="connsiteX9" fmla="*/ 694699 w 3567667"/>
                  <a:gd name="connsiteY9" fmla="*/ 1963910 h 4314688"/>
                  <a:gd name="connsiteX10" fmla="*/ 1915955 w 3567667"/>
                  <a:gd name="connsiteY10" fmla="*/ 3488286 h 4314688"/>
                  <a:gd name="connsiteX11" fmla="*/ 3257068 w 3567667"/>
                  <a:gd name="connsiteY11" fmla="*/ 2971588 h 4314688"/>
                  <a:gd name="connsiteX12" fmla="*/ 3520360 w 3567667"/>
                  <a:gd name="connsiteY12" fmla="*/ 3488286 h 431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67667" h="4314688">
                    <a:moveTo>
                      <a:pt x="3520360" y="3488286"/>
                    </a:moveTo>
                    <a:lnTo>
                      <a:pt x="1796098" y="4315039"/>
                    </a:lnTo>
                    <a:lnTo>
                      <a:pt x="386" y="2067143"/>
                    </a:lnTo>
                    <a:lnTo>
                      <a:pt x="814556" y="51788"/>
                    </a:lnTo>
                    <a:lnTo>
                      <a:pt x="2538640" y="350"/>
                    </a:lnTo>
                    <a:lnTo>
                      <a:pt x="3568053" y="1498471"/>
                    </a:lnTo>
                    <a:lnTo>
                      <a:pt x="3304582" y="1472931"/>
                    </a:lnTo>
                    <a:lnTo>
                      <a:pt x="2514526" y="413459"/>
                    </a:lnTo>
                    <a:lnTo>
                      <a:pt x="1173591" y="465075"/>
                    </a:lnTo>
                    <a:lnTo>
                      <a:pt x="694699" y="1963910"/>
                    </a:lnTo>
                    <a:lnTo>
                      <a:pt x="1915955" y="3488286"/>
                    </a:lnTo>
                    <a:lnTo>
                      <a:pt x="3257068" y="2971588"/>
                    </a:lnTo>
                    <a:lnTo>
                      <a:pt x="3520360" y="3488286"/>
                    </a:lnTo>
                    <a:close/>
                  </a:path>
                </a:pathLst>
              </a:custGeom>
              <a:solidFill>
                <a:srgbClr val="103565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任意形状 11"/>
              <p:cNvSpPr/>
              <p:nvPr/>
            </p:nvSpPr>
            <p:spPr>
              <a:xfrm>
                <a:off x="5235615" y="6017719"/>
                <a:ext cx="2178861" cy="1653862"/>
              </a:xfrm>
              <a:custGeom>
                <a:avLst/>
                <a:gdLst>
                  <a:gd name="connsiteX0" fmla="*/ 719177 w 2178861"/>
                  <a:gd name="connsiteY0" fmla="*/ 982314 h 1653862"/>
                  <a:gd name="connsiteX1" fmla="*/ 1413491 w 2178861"/>
                  <a:gd name="connsiteY1" fmla="*/ 982314 h 1653862"/>
                  <a:gd name="connsiteX2" fmla="*/ 1054277 w 2178861"/>
                  <a:gd name="connsiteY2" fmla="*/ 310410 h 1653862"/>
                  <a:gd name="connsiteX3" fmla="*/ 719177 w 2178861"/>
                  <a:gd name="connsiteY3" fmla="*/ 982314 h 1653862"/>
                  <a:gd name="connsiteX4" fmla="*/ 749 w 2178861"/>
                  <a:gd name="connsiteY4" fmla="*/ 1654218 h 1653862"/>
                  <a:gd name="connsiteX5" fmla="*/ 910663 w 2178861"/>
                  <a:gd name="connsiteY5" fmla="*/ 355 h 1653862"/>
                  <a:gd name="connsiteX6" fmla="*/ 1245941 w 2178861"/>
                  <a:gd name="connsiteY6" fmla="*/ 355 h 1653862"/>
                  <a:gd name="connsiteX7" fmla="*/ 2179611 w 2178861"/>
                  <a:gd name="connsiteY7" fmla="*/ 1654218 h 1653862"/>
                  <a:gd name="connsiteX8" fmla="*/ 1748948 w 2178861"/>
                  <a:gd name="connsiteY8" fmla="*/ 1654218 h 1653862"/>
                  <a:gd name="connsiteX9" fmla="*/ 1556926 w 2178861"/>
                  <a:gd name="connsiteY9" fmla="*/ 1292368 h 1653862"/>
                  <a:gd name="connsiteX10" fmla="*/ 551270 w 2178861"/>
                  <a:gd name="connsiteY10" fmla="*/ 1292368 h 1653862"/>
                  <a:gd name="connsiteX11" fmla="*/ 359427 w 2178861"/>
                  <a:gd name="connsiteY11" fmla="*/ 1654218 h 1653862"/>
                  <a:gd name="connsiteX12" fmla="*/ 749 w 2178861"/>
                  <a:gd name="connsiteY12" fmla="*/ 1654218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78861" h="1653862">
                    <a:moveTo>
                      <a:pt x="719177" y="982314"/>
                    </a:moveTo>
                    <a:lnTo>
                      <a:pt x="1413491" y="982314"/>
                    </a:lnTo>
                    <a:lnTo>
                      <a:pt x="1054277" y="310410"/>
                    </a:lnTo>
                    <a:lnTo>
                      <a:pt x="719177" y="982314"/>
                    </a:lnTo>
                    <a:close/>
                    <a:moveTo>
                      <a:pt x="749" y="1654218"/>
                    </a:moveTo>
                    <a:lnTo>
                      <a:pt x="910663" y="355"/>
                    </a:lnTo>
                    <a:lnTo>
                      <a:pt x="1245941" y="355"/>
                    </a:lnTo>
                    <a:lnTo>
                      <a:pt x="2179611" y="1654218"/>
                    </a:lnTo>
                    <a:lnTo>
                      <a:pt x="1748948" y="1654218"/>
                    </a:lnTo>
                    <a:lnTo>
                      <a:pt x="1556926" y="1292368"/>
                    </a:lnTo>
                    <a:lnTo>
                      <a:pt x="551270" y="1292368"/>
                    </a:lnTo>
                    <a:lnTo>
                      <a:pt x="359427" y="1654218"/>
                    </a:lnTo>
                    <a:lnTo>
                      <a:pt x="749" y="1654218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任意形状 12"/>
              <p:cNvSpPr/>
              <p:nvPr/>
            </p:nvSpPr>
            <p:spPr>
              <a:xfrm>
                <a:off x="9570293" y="6017677"/>
                <a:ext cx="2035247" cy="1653862"/>
              </a:xfrm>
              <a:custGeom>
                <a:avLst/>
                <a:gdLst>
                  <a:gd name="connsiteX0" fmla="*/ 839185 w 2035247"/>
                  <a:gd name="connsiteY0" fmla="*/ 1654214 h 1653862"/>
                  <a:gd name="connsiteX1" fmla="*/ 839185 w 2035247"/>
                  <a:gd name="connsiteY1" fmla="*/ 904618 h 1653862"/>
                  <a:gd name="connsiteX2" fmla="*/ 1257 w 2035247"/>
                  <a:gd name="connsiteY2" fmla="*/ 351 h 1653862"/>
                  <a:gd name="connsiteX3" fmla="*/ 504085 w 2035247"/>
                  <a:gd name="connsiteY3" fmla="*/ 351 h 1653862"/>
                  <a:gd name="connsiteX4" fmla="*/ 1031027 w 2035247"/>
                  <a:gd name="connsiteY4" fmla="*/ 620639 h 1653862"/>
                  <a:gd name="connsiteX5" fmla="*/ 1581905 w 2035247"/>
                  <a:gd name="connsiteY5" fmla="*/ 351 h 1653862"/>
                  <a:gd name="connsiteX6" fmla="*/ 2036505 w 2035247"/>
                  <a:gd name="connsiteY6" fmla="*/ 351 h 1653862"/>
                  <a:gd name="connsiteX7" fmla="*/ 1198756 w 2035247"/>
                  <a:gd name="connsiteY7" fmla="*/ 904618 h 1653862"/>
                  <a:gd name="connsiteX8" fmla="*/ 1198756 w 2035247"/>
                  <a:gd name="connsiteY8" fmla="*/ 1654214 h 1653862"/>
                  <a:gd name="connsiteX9" fmla="*/ 839185 w 2035247"/>
                  <a:gd name="connsiteY9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5247" h="1653862">
                    <a:moveTo>
                      <a:pt x="839185" y="1654214"/>
                    </a:moveTo>
                    <a:lnTo>
                      <a:pt x="839185" y="904618"/>
                    </a:lnTo>
                    <a:lnTo>
                      <a:pt x="1257" y="351"/>
                    </a:lnTo>
                    <a:lnTo>
                      <a:pt x="504085" y="351"/>
                    </a:lnTo>
                    <a:lnTo>
                      <a:pt x="1031027" y="620639"/>
                    </a:lnTo>
                    <a:lnTo>
                      <a:pt x="1581905" y="351"/>
                    </a:lnTo>
                    <a:lnTo>
                      <a:pt x="2036505" y="351"/>
                    </a:lnTo>
                    <a:lnTo>
                      <a:pt x="1198756" y="904618"/>
                    </a:lnTo>
                    <a:lnTo>
                      <a:pt x="1198756" y="1654214"/>
                    </a:lnTo>
                    <a:lnTo>
                      <a:pt x="839185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任意形状 13"/>
              <p:cNvSpPr/>
              <p:nvPr/>
            </p:nvSpPr>
            <p:spPr>
              <a:xfrm>
                <a:off x="11771482" y="6017677"/>
                <a:ext cx="2083119" cy="1653862"/>
              </a:xfrm>
              <a:custGeom>
                <a:avLst/>
                <a:gdLst>
                  <a:gd name="connsiteX0" fmla="*/ 1516 w 2083119"/>
                  <a:gd name="connsiteY0" fmla="*/ 1654214 h 1653862"/>
                  <a:gd name="connsiteX1" fmla="*/ 1516 w 2083119"/>
                  <a:gd name="connsiteY1" fmla="*/ 351 h 1653862"/>
                  <a:gd name="connsiteX2" fmla="*/ 288745 w 2083119"/>
                  <a:gd name="connsiteY2" fmla="*/ 351 h 1653862"/>
                  <a:gd name="connsiteX3" fmla="*/ 1055044 w 2083119"/>
                  <a:gd name="connsiteY3" fmla="*/ 982310 h 1653862"/>
                  <a:gd name="connsiteX4" fmla="*/ 1797407 w 2083119"/>
                  <a:gd name="connsiteY4" fmla="*/ 351 h 1653862"/>
                  <a:gd name="connsiteX5" fmla="*/ 2084636 w 2083119"/>
                  <a:gd name="connsiteY5" fmla="*/ 351 h 1653862"/>
                  <a:gd name="connsiteX6" fmla="*/ 2084636 w 2083119"/>
                  <a:gd name="connsiteY6" fmla="*/ 1654214 h 1653862"/>
                  <a:gd name="connsiteX7" fmla="*/ 1749536 w 2083119"/>
                  <a:gd name="connsiteY7" fmla="*/ 1654214 h 1653862"/>
                  <a:gd name="connsiteX8" fmla="*/ 1749536 w 2083119"/>
                  <a:gd name="connsiteY8" fmla="*/ 517407 h 1653862"/>
                  <a:gd name="connsiteX9" fmla="*/ 1055044 w 2083119"/>
                  <a:gd name="connsiteY9" fmla="*/ 1447213 h 1653862"/>
                  <a:gd name="connsiteX10" fmla="*/ 983237 w 2083119"/>
                  <a:gd name="connsiteY10" fmla="*/ 1447213 h 1653862"/>
                  <a:gd name="connsiteX11" fmla="*/ 288745 w 2083119"/>
                  <a:gd name="connsiteY11" fmla="*/ 542768 h 1653862"/>
                  <a:gd name="connsiteX12" fmla="*/ 288745 w 2083119"/>
                  <a:gd name="connsiteY12" fmla="*/ 1654214 h 1653862"/>
                  <a:gd name="connsiteX13" fmla="*/ 1516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1516" y="1654214"/>
                    </a:moveTo>
                    <a:lnTo>
                      <a:pt x="1516" y="351"/>
                    </a:lnTo>
                    <a:lnTo>
                      <a:pt x="288745" y="351"/>
                    </a:lnTo>
                    <a:lnTo>
                      <a:pt x="1055044" y="982310"/>
                    </a:lnTo>
                    <a:lnTo>
                      <a:pt x="1797407" y="351"/>
                    </a:lnTo>
                    <a:lnTo>
                      <a:pt x="2084636" y="351"/>
                    </a:lnTo>
                    <a:lnTo>
                      <a:pt x="2084636" y="1654214"/>
                    </a:lnTo>
                    <a:lnTo>
                      <a:pt x="1749536" y="1654214"/>
                    </a:lnTo>
                    <a:lnTo>
                      <a:pt x="1749536" y="517407"/>
                    </a:lnTo>
                    <a:lnTo>
                      <a:pt x="1055044" y="1447213"/>
                    </a:lnTo>
                    <a:lnTo>
                      <a:pt x="983237" y="1447213"/>
                    </a:lnTo>
                    <a:lnTo>
                      <a:pt x="288745" y="542768"/>
                    </a:lnTo>
                    <a:lnTo>
                      <a:pt x="288745" y="1654214"/>
                    </a:lnTo>
                    <a:lnTo>
                      <a:pt x="1516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任意形状 14"/>
              <p:cNvSpPr/>
              <p:nvPr/>
            </p:nvSpPr>
            <p:spPr>
              <a:xfrm>
                <a:off x="16491452" y="6017677"/>
                <a:ext cx="1915748" cy="1653862"/>
              </a:xfrm>
              <a:custGeom>
                <a:avLst/>
                <a:gdLst>
                  <a:gd name="connsiteX0" fmla="*/ 2068 w 1915748"/>
                  <a:gd name="connsiteY0" fmla="*/ 1654214 h 1653862"/>
                  <a:gd name="connsiteX1" fmla="*/ 2068 w 1915748"/>
                  <a:gd name="connsiteY1" fmla="*/ 351 h 1653862"/>
                  <a:gd name="connsiteX2" fmla="*/ 385217 w 1915748"/>
                  <a:gd name="connsiteY2" fmla="*/ 351 h 1653862"/>
                  <a:gd name="connsiteX3" fmla="*/ 385217 w 1915748"/>
                  <a:gd name="connsiteY3" fmla="*/ 646358 h 1653862"/>
                  <a:gd name="connsiteX4" fmla="*/ 1558423 w 1915748"/>
                  <a:gd name="connsiteY4" fmla="*/ 646358 h 1653862"/>
                  <a:gd name="connsiteX5" fmla="*/ 1558423 w 1915748"/>
                  <a:gd name="connsiteY5" fmla="*/ 351 h 1653862"/>
                  <a:gd name="connsiteX6" fmla="*/ 1917816 w 1915748"/>
                  <a:gd name="connsiteY6" fmla="*/ 351 h 1653862"/>
                  <a:gd name="connsiteX7" fmla="*/ 1917816 w 1915748"/>
                  <a:gd name="connsiteY7" fmla="*/ 1654214 h 1653862"/>
                  <a:gd name="connsiteX8" fmla="*/ 1558423 w 1915748"/>
                  <a:gd name="connsiteY8" fmla="*/ 1654214 h 1653862"/>
                  <a:gd name="connsiteX9" fmla="*/ 1558423 w 1915748"/>
                  <a:gd name="connsiteY9" fmla="*/ 956413 h 1653862"/>
                  <a:gd name="connsiteX10" fmla="*/ 385217 w 1915748"/>
                  <a:gd name="connsiteY10" fmla="*/ 956413 h 1653862"/>
                  <a:gd name="connsiteX11" fmla="*/ 385217 w 1915748"/>
                  <a:gd name="connsiteY11" fmla="*/ 1654214 h 1653862"/>
                  <a:gd name="connsiteX12" fmla="*/ 2068 w 1915748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5748" h="1653862">
                    <a:moveTo>
                      <a:pt x="2068" y="1654214"/>
                    </a:moveTo>
                    <a:lnTo>
                      <a:pt x="2068" y="351"/>
                    </a:lnTo>
                    <a:lnTo>
                      <a:pt x="385217" y="351"/>
                    </a:lnTo>
                    <a:lnTo>
                      <a:pt x="385217" y="646358"/>
                    </a:lnTo>
                    <a:lnTo>
                      <a:pt x="1558423" y="646358"/>
                    </a:lnTo>
                    <a:lnTo>
                      <a:pt x="1558423" y="351"/>
                    </a:lnTo>
                    <a:lnTo>
                      <a:pt x="1917816" y="351"/>
                    </a:lnTo>
                    <a:lnTo>
                      <a:pt x="1917816" y="1654214"/>
                    </a:lnTo>
                    <a:lnTo>
                      <a:pt x="1558423" y="1654214"/>
                    </a:lnTo>
                    <a:lnTo>
                      <a:pt x="1558423" y="956413"/>
                    </a:lnTo>
                    <a:lnTo>
                      <a:pt x="385217" y="956413"/>
                    </a:lnTo>
                    <a:lnTo>
                      <a:pt x="385217" y="1654214"/>
                    </a:lnTo>
                    <a:lnTo>
                      <a:pt x="2068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任意形状 15"/>
              <p:cNvSpPr/>
              <p:nvPr/>
            </p:nvSpPr>
            <p:spPr>
              <a:xfrm>
                <a:off x="18909312" y="6017677"/>
                <a:ext cx="1651919" cy="1653862"/>
              </a:xfrm>
              <a:custGeom>
                <a:avLst/>
                <a:gdLst>
                  <a:gd name="connsiteX0" fmla="*/ 2340 w 1651919"/>
                  <a:gd name="connsiteY0" fmla="*/ 1654214 h 1653862"/>
                  <a:gd name="connsiteX1" fmla="*/ 2340 w 1651919"/>
                  <a:gd name="connsiteY1" fmla="*/ 351 h 1653862"/>
                  <a:gd name="connsiteX2" fmla="*/ 1630324 w 1651919"/>
                  <a:gd name="connsiteY2" fmla="*/ 351 h 1653862"/>
                  <a:gd name="connsiteX3" fmla="*/ 1630324 w 1651919"/>
                  <a:gd name="connsiteY3" fmla="*/ 310585 h 1653862"/>
                  <a:gd name="connsiteX4" fmla="*/ 385132 w 1651919"/>
                  <a:gd name="connsiteY4" fmla="*/ 310585 h 1653862"/>
                  <a:gd name="connsiteX5" fmla="*/ 385132 w 1651919"/>
                  <a:gd name="connsiteY5" fmla="*/ 672434 h 1653862"/>
                  <a:gd name="connsiteX6" fmla="*/ 1103918 w 1651919"/>
                  <a:gd name="connsiteY6" fmla="*/ 672434 h 1653862"/>
                  <a:gd name="connsiteX7" fmla="*/ 1103918 w 1651919"/>
                  <a:gd name="connsiteY7" fmla="*/ 956413 h 1653862"/>
                  <a:gd name="connsiteX8" fmla="*/ 385132 w 1651919"/>
                  <a:gd name="connsiteY8" fmla="*/ 956413 h 1653862"/>
                  <a:gd name="connsiteX9" fmla="*/ 385132 w 1651919"/>
                  <a:gd name="connsiteY9" fmla="*/ 1343981 h 1653862"/>
                  <a:gd name="connsiteX10" fmla="*/ 1654260 w 1651919"/>
                  <a:gd name="connsiteY10" fmla="*/ 1343981 h 1653862"/>
                  <a:gd name="connsiteX11" fmla="*/ 1654260 w 1651919"/>
                  <a:gd name="connsiteY11" fmla="*/ 1654214 h 1653862"/>
                  <a:gd name="connsiteX12" fmla="*/ 2340 w 1651919"/>
                  <a:gd name="connsiteY12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51919" h="1653862">
                    <a:moveTo>
                      <a:pt x="2340" y="1654214"/>
                    </a:moveTo>
                    <a:lnTo>
                      <a:pt x="2340" y="351"/>
                    </a:lnTo>
                    <a:lnTo>
                      <a:pt x="1630324" y="351"/>
                    </a:lnTo>
                    <a:lnTo>
                      <a:pt x="1630324" y="310585"/>
                    </a:lnTo>
                    <a:lnTo>
                      <a:pt x="385132" y="310585"/>
                    </a:lnTo>
                    <a:lnTo>
                      <a:pt x="385132" y="672434"/>
                    </a:lnTo>
                    <a:lnTo>
                      <a:pt x="1103918" y="672434"/>
                    </a:lnTo>
                    <a:lnTo>
                      <a:pt x="1103918" y="956413"/>
                    </a:lnTo>
                    <a:lnTo>
                      <a:pt x="385132" y="956413"/>
                    </a:lnTo>
                    <a:lnTo>
                      <a:pt x="385132" y="1343981"/>
                    </a:lnTo>
                    <a:lnTo>
                      <a:pt x="1654260" y="1343981"/>
                    </a:lnTo>
                    <a:lnTo>
                      <a:pt x="1654260" y="1654214"/>
                    </a:lnTo>
                    <a:lnTo>
                      <a:pt x="2340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任意形状 16"/>
              <p:cNvSpPr/>
              <p:nvPr/>
            </p:nvSpPr>
            <p:spPr>
              <a:xfrm>
                <a:off x="20919908" y="6017677"/>
                <a:ext cx="2083119" cy="1653862"/>
              </a:xfrm>
              <a:custGeom>
                <a:avLst/>
                <a:gdLst>
                  <a:gd name="connsiteX0" fmla="*/ 2603 w 2083119"/>
                  <a:gd name="connsiteY0" fmla="*/ 1654214 h 1653862"/>
                  <a:gd name="connsiteX1" fmla="*/ 2603 w 2083119"/>
                  <a:gd name="connsiteY1" fmla="*/ 351 h 1653862"/>
                  <a:gd name="connsiteX2" fmla="*/ 289832 w 2083119"/>
                  <a:gd name="connsiteY2" fmla="*/ 351 h 1653862"/>
                  <a:gd name="connsiteX3" fmla="*/ 1032374 w 2083119"/>
                  <a:gd name="connsiteY3" fmla="*/ 982310 h 1653862"/>
                  <a:gd name="connsiteX4" fmla="*/ 1774380 w 2083119"/>
                  <a:gd name="connsiteY4" fmla="*/ 351 h 1653862"/>
                  <a:gd name="connsiteX5" fmla="*/ 2085722 w 2083119"/>
                  <a:gd name="connsiteY5" fmla="*/ 351 h 1653862"/>
                  <a:gd name="connsiteX6" fmla="*/ 2085722 w 2083119"/>
                  <a:gd name="connsiteY6" fmla="*/ 1654214 h 1653862"/>
                  <a:gd name="connsiteX7" fmla="*/ 1750266 w 2083119"/>
                  <a:gd name="connsiteY7" fmla="*/ 1654214 h 1653862"/>
                  <a:gd name="connsiteX8" fmla="*/ 1750266 w 2083119"/>
                  <a:gd name="connsiteY8" fmla="*/ 517407 h 1653862"/>
                  <a:gd name="connsiteX9" fmla="*/ 1055952 w 2083119"/>
                  <a:gd name="connsiteY9" fmla="*/ 1447213 h 1653862"/>
                  <a:gd name="connsiteX10" fmla="*/ 984502 w 2083119"/>
                  <a:gd name="connsiteY10" fmla="*/ 1447213 h 1653862"/>
                  <a:gd name="connsiteX11" fmla="*/ 289832 w 2083119"/>
                  <a:gd name="connsiteY11" fmla="*/ 542768 h 1653862"/>
                  <a:gd name="connsiteX12" fmla="*/ 289832 w 2083119"/>
                  <a:gd name="connsiteY12" fmla="*/ 1654214 h 1653862"/>
                  <a:gd name="connsiteX13" fmla="*/ 2603 w 2083119"/>
                  <a:gd name="connsiteY13" fmla="*/ 1654214 h 1653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3119" h="1653862">
                    <a:moveTo>
                      <a:pt x="2603" y="1654214"/>
                    </a:moveTo>
                    <a:lnTo>
                      <a:pt x="2603" y="351"/>
                    </a:lnTo>
                    <a:lnTo>
                      <a:pt x="289832" y="351"/>
                    </a:lnTo>
                    <a:lnTo>
                      <a:pt x="1032374" y="982310"/>
                    </a:lnTo>
                    <a:lnTo>
                      <a:pt x="1774380" y="351"/>
                    </a:lnTo>
                    <a:lnTo>
                      <a:pt x="2085722" y="351"/>
                    </a:lnTo>
                    <a:lnTo>
                      <a:pt x="2085722" y="1654214"/>
                    </a:lnTo>
                    <a:lnTo>
                      <a:pt x="1750266" y="1654214"/>
                    </a:lnTo>
                    <a:lnTo>
                      <a:pt x="1750266" y="517407"/>
                    </a:lnTo>
                    <a:lnTo>
                      <a:pt x="1055952" y="1447213"/>
                    </a:lnTo>
                    <a:lnTo>
                      <a:pt x="984502" y="1447213"/>
                    </a:lnTo>
                    <a:lnTo>
                      <a:pt x="289832" y="542768"/>
                    </a:lnTo>
                    <a:lnTo>
                      <a:pt x="289832" y="1654214"/>
                    </a:lnTo>
                    <a:lnTo>
                      <a:pt x="2603" y="1654214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任意形状 17"/>
              <p:cNvSpPr/>
              <p:nvPr/>
            </p:nvSpPr>
            <p:spPr>
              <a:xfrm>
                <a:off x="14332597" y="6017791"/>
                <a:ext cx="1764274" cy="1653684"/>
              </a:xfrm>
              <a:custGeom>
                <a:avLst/>
                <a:gdLst>
                  <a:gd name="connsiteX0" fmla="*/ 1380434 w 1764274"/>
                  <a:gd name="connsiteY0" fmla="*/ 1343983 h 1653684"/>
                  <a:gd name="connsiteX1" fmla="*/ 368348 w 1764274"/>
                  <a:gd name="connsiteY1" fmla="*/ 1343983 h 1653684"/>
                  <a:gd name="connsiteX2" fmla="*/ 368348 w 1764274"/>
                  <a:gd name="connsiteY2" fmla="*/ 310408 h 1653684"/>
                  <a:gd name="connsiteX3" fmla="*/ 1380434 w 1764274"/>
                  <a:gd name="connsiteY3" fmla="*/ 310408 h 1653684"/>
                  <a:gd name="connsiteX4" fmla="*/ 1380434 w 1764274"/>
                  <a:gd name="connsiteY4" fmla="*/ 616533 h 1653684"/>
                  <a:gd name="connsiteX5" fmla="*/ 1766085 w 1764274"/>
                  <a:gd name="connsiteY5" fmla="*/ 537055 h 1653684"/>
                  <a:gd name="connsiteX6" fmla="*/ 1733932 w 1764274"/>
                  <a:gd name="connsiteY6" fmla="*/ 206997 h 1653684"/>
                  <a:gd name="connsiteX7" fmla="*/ 1297017 w 1764274"/>
                  <a:gd name="connsiteY7" fmla="*/ 353 h 1653684"/>
                  <a:gd name="connsiteX8" fmla="*/ 285466 w 1764274"/>
                  <a:gd name="connsiteY8" fmla="*/ 353 h 1653684"/>
                  <a:gd name="connsiteX9" fmla="*/ 1810 w 1764274"/>
                  <a:gd name="connsiteY9" fmla="*/ 310050 h 1653684"/>
                  <a:gd name="connsiteX10" fmla="*/ 1810 w 1764274"/>
                  <a:gd name="connsiteY10" fmla="*/ 1344340 h 1653684"/>
                  <a:gd name="connsiteX11" fmla="*/ 285466 w 1764274"/>
                  <a:gd name="connsiteY11" fmla="*/ 1654037 h 1653684"/>
                  <a:gd name="connsiteX12" fmla="*/ 1297017 w 1764274"/>
                  <a:gd name="connsiteY12" fmla="*/ 1654037 h 1653684"/>
                  <a:gd name="connsiteX13" fmla="*/ 1733932 w 1764274"/>
                  <a:gd name="connsiteY13" fmla="*/ 1447394 h 1653684"/>
                  <a:gd name="connsiteX14" fmla="*/ 1766085 w 1764274"/>
                  <a:gd name="connsiteY14" fmla="*/ 1061611 h 1653684"/>
                  <a:gd name="connsiteX15" fmla="*/ 1380434 w 1764274"/>
                  <a:gd name="connsiteY15" fmla="*/ 982312 h 1653684"/>
                  <a:gd name="connsiteX16" fmla="*/ 1380434 w 1764274"/>
                  <a:gd name="connsiteY16" fmla="*/ 1343983 h 165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4274" h="1653684">
                    <a:moveTo>
                      <a:pt x="1380434" y="1343983"/>
                    </a:moveTo>
                    <a:lnTo>
                      <a:pt x="368348" y="1343983"/>
                    </a:lnTo>
                    <a:lnTo>
                      <a:pt x="368348" y="310408"/>
                    </a:lnTo>
                    <a:lnTo>
                      <a:pt x="1380434" y="310408"/>
                    </a:lnTo>
                    <a:lnTo>
                      <a:pt x="1380434" y="616533"/>
                    </a:lnTo>
                    <a:lnTo>
                      <a:pt x="1766085" y="537055"/>
                    </a:lnTo>
                    <a:lnTo>
                      <a:pt x="1733932" y="206997"/>
                    </a:lnTo>
                    <a:cubicBezTo>
                      <a:pt x="1733932" y="206997"/>
                      <a:pt x="1723751" y="353"/>
                      <a:pt x="1297017" y="353"/>
                    </a:cubicBezTo>
                    <a:lnTo>
                      <a:pt x="285466" y="353"/>
                    </a:lnTo>
                    <a:cubicBezTo>
                      <a:pt x="285466" y="353"/>
                      <a:pt x="1810" y="22321"/>
                      <a:pt x="1810" y="310050"/>
                    </a:cubicBezTo>
                    <a:lnTo>
                      <a:pt x="1810" y="1344340"/>
                    </a:lnTo>
                    <a:cubicBezTo>
                      <a:pt x="1810" y="1632248"/>
                      <a:pt x="285466" y="1654037"/>
                      <a:pt x="285466" y="1654037"/>
                    </a:cubicBezTo>
                    <a:lnTo>
                      <a:pt x="1297017" y="1654037"/>
                    </a:lnTo>
                    <a:cubicBezTo>
                      <a:pt x="1723751" y="1654037"/>
                      <a:pt x="1733932" y="1447394"/>
                      <a:pt x="1733932" y="1447394"/>
                    </a:cubicBezTo>
                    <a:lnTo>
                      <a:pt x="1766085" y="1061611"/>
                    </a:lnTo>
                    <a:lnTo>
                      <a:pt x="1380434" y="982312"/>
                    </a:lnTo>
                    <a:lnTo>
                      <a:pt x="1380434" y="1343983"/>
                    </a:lnTo>
                    <a:close/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9" name="任意形状 18"/>
              <p:cNvSpPr/>
              <p:nvPr/>
            </p:nvSpPr>
            <p:spPr>
              <a:xfrm>
                <a:off x="7575058" y="6017783"/>
                <a:ext cx="1763618" cy="1647790"/>
              </a:xfrm>
              <a:custGeom>
                <a:avLst/>
                <a:gdLst>
                  <a:gd name="connsiteX0" fmla="*/ 1445187 w 1763618"/>
                  <a:gd name="connsiteY0" fmla="*/ 644577 h 1647790"/>
                  <a:gd name="connsiteX1" fmla="*/ 1445187 w 1763618"/>
                  <a:gd name="connsiteY1" fmla="*/ 644399 h 1647790"/>
                  <a:gd name="connsiteX2" fmla="*/ 391481 w 1763618"/>
                  <a:gd name="connsiteY2" fmla="*/ 644220 h 1647790"/>
                  <a:gd name="connsiteX3" fmla="*/ 391481 w 1763618"/>
                  <a:gd name="connsiteY3" fmla="*/ 310411 h 1647790"/>
                  <a:gd name="connsiteX4" fmla="*/ 1445187 w 1763618"/>
                  <a:gd name="connsiteY4" fmla="*/ 310411 h 1647790"/>
                  <a:gd name="connsiteX5" fmla="*/ 1445187 w 1763618"/>
                  <a:gd name="connsiteY5" fmla="*/ 491515 h 1647790"/>
                  <a:gd name="connsiteX6" fmla="*/ 1764568 w 1763618"/>
                  <a:gd name="connsiteY6" fmla="*/ 411858 h 1647790"/>
                  <a:gd name="connsiteX7" fmla="*/ 1732415 w 1763618"/>
                  <a:gd name="connsiteY7" fmla="*/ 207000 h 1647790"/>
                  <a:gd name="connsiteX8" fmla="*/ 1361770 w 1763618"/>
                  <a:gd name="connsiteY8" fmla="*/ 357 h 1647790"/>
                  <a:gd name="connsiteX9" fmla="*/ 350219 w 1763618"/>
                  <a:gd name="connsiteY9" fmla="*/ 357 h 1647790"/>
                  <a:gd name="connsiteX10" fmla="*/ 66384 w 1763618"/>
                  <a:gd name="connsiteY10" fmla="*/ 310054 h 1647790"/>
                  <a:gd name="connsiteX11" fmla="*/ 66384 w 1763618"/>
                  <a:gd name="connsiteY11" fmla="*/ 718519 h 1647790"/>
                  <a:gd name="connsiteX12" fmla="*/ 385944 w 1763618"/>
                  <a:gd name="connsiteY12" fmla="*/ 981958 h 1647790"/>
                  <a:gd name="connsiteX13" fmla="*/ 385944 w 1763618"/>
                  <a:gd name="connsiteY13" fmla="*/ 982315 h 1647790"/>
                  <a:gd name="connsiteX14" fmla="*/ 1439650 w 1763618"/>
                  <a:gd name="connsiteY14" fmla="*/ 982315 h 1647790"/>
                  <a:gd name="connsiteX15" fmla="*/ 1439650 w 1763618"/>
                  <a:gd name="connsiteY15" fmla="*/ 1337914 h 1647790"/>
                  <a:gd name="connsiteX16" fmla="*/ 320389 w 1763618"/>
                  <a:gd name="connsiteY16" fmla="*/ 1337914 h 1647790"/>
                  <a:gd name="connsiteX17" fmla="*/ 320389 w 1763618"/>
                  <a:gd name="connsiteY17" fmla="*/ 1157168 h 1647790"/>
                  <a:gd name="connsiteX18" fmla="*/ 1008 w 1763618"/>
                  <a:gd name="connsiteY18" fmla="*/ 1236289 h 1647790"/>
                  <a:gd name="connsiteX19" fmla="*/ 33160 w 1763618"/>
                  <a:gd name="connsiteY19" fmla="*/ 1441503 h 1647790"/>
                  <a:gd name="connsiteX20" fmla="*/ 403985 w 1763618"/>
                  <a:gd name="connsiteY20" fmla="*/ 1648147 h 1647790"/>
                  <a:gd name="connsiteX21" fmla="*/ 1480912 w 1763618"/>
                  <a:gd name="connsiteY21" fmla="*/ 1648147 h 1647790"/>
                  <a:gd name="connsiteX22" fmla="*/ 1764568 w 1763618"/>
                  <a:gd name="connsiteY22" fmla="*/ 1338271 h 1647790"/>
                  <a:gd name="connsiteX23" fmla="*/ 1764568 w 1763618"/>
                  <a:gd name="connsiteY23" fmla="*/ 908016 h 1647790"/>
                  <a:gd name="connsiteX24" fmla="*/ 1445187 w 1763618"/>
                  <a:gd name="connsiteY24" fmla="*/ 644577 h 1647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63618" h="1647790">
                    <a:moveTo>
                      <a:pt x="1445187" y="644577"/>
                    </a:moveTo>
                    <a:lnTo>
                      <a:pt x="1445187" y="644399"/>
                    </a:lnTo>
                    <a:lnTo>
                      <a:pt x="391481" y="644220"/>
                    </a:lnTo>
                    <a:lnTo>
                      <a:pt x="391481" y="310411"/>
                    </a:lnTo>
                    <a:lnTo>
                      <a:pt x="1445187" y="310411"/>
                    </a:lnTo>
                    <a:lnTo>
                      <a:pt x="1445187" y="491515"/>
                    </a:lnTo>
                    <a:lnTo>
                      <a:pt x="1764568" y="411858"/>
                    </a:lnTo>
                    <a:lnTo>
                      <a:pt x="1732415" y="207000"/>
                    </a:lnTo>
                    <a:cubicBezTo>
                      <a:pt x="1732415" y="207000"/>
                      <a:pt x="1700084" y="357"/>
                      <a:pt x="1361770" y="357"/>
                    </a:cubicBezTo>
                    <a:lnTo>
                      <a:pt x="350219" y="357"/>
                    </a:lnTo>
                    <a:cubicBezTo>
                      <a:pt x="350219" y="357"/>
                      <a:pt x="66384" y="22325"/>
                      <a:pt x="66384" y="310054"/>
                    </a:cubicBezTo>
                    <a:lnTo>
                      <a:pt x="66384" y="718519"/>
                    </a:lnTo>
                    <a:cubicBezTo>
                      <a:pt x="66384" y="718519"/>
                      <a:pt x="54417" y="977314"/>
                      <a:pt x="385944" y="981958"/>
                    </a:cubicBezTo>
                    <a:lnTo>
                      <a:pt x="385944" y="982315"/>
                    </a:lnTo>
                    <a:lnTo>
                      <a:pt x="1439650" y="982315"/>
                    </a:lnTo>
                    <a:lnTo>
                      <a:pt x="1439650" y="1337914"/>
                    </a:lnTo>
                    <a:lnTo>
                      <a:pt x="320389" y="1337914"/>
                    </a:lnTo>
                    <a:lnTo>
                      <a:pt x="320389" y="1157168"/>
                    </a:lnTo>
                    <a:lnTo>
                      <a:pt x="1008" y="1236289"/>
                    </a:lnTo>
                    <a:lnTo>
                      <a:pt x="33160" y="1441503"/>
                    </a:lnTo>
                    <a:cubicBezTo>
                      <a:pt x="33160" y="1441503"/>
                      <a:pt x="65134" y="1648147"/>
                      <a:pt x="403985" y="1648147"/>
                    </a:cubicBezTo>
                    <a:lnTo>
                      <a:pt x="1480912" y="1648147"/>
                    </a:lnTo>
                    <a:cubicBezTo>
                      <a:pt x="1480912" y="1648147"/>
                      <a:pt x="1764568" y="1626179"/>
                      <a:pt x="1764568" y="1338271"/>
                    </a:cubicBezTo>
                    <a:lnTo>
                      <a:pt x="1764568" y="908016"/>
                    </a:lnTo>
                    <a:cubicBezTo>
                      <a:pt x="1764568" y="908016"/>
                      <a:pt x="1776893" y="649221"/>
                      <a:pt x="1445187" y="644577"/>
                    </a:cubicBezTo>
                  </a:path>
                </a:pathLst>
              </a:custGeom>
              <a:solidFill>
                <a:srgbClr val="0D0E0E"/>
              </a:solidFill>
              <a:ln w="1786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ctr" defTabSz="2438400" rtl="0" eaLnBrk="1" fontAlgn="auto" latinLnBrk="0" hangingPunct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15277" y="1"/>
            <a:ext cx="6028725" cy="5049548"/>
          </a:xfrm>
          <a:prstGeom prst="rect">
            <a:avLst/>
          </a:prstGeom>
        </p:spPr>
      </p:pic>
      <p:sp>
        <p:nvSpPr>
          <p:cNvPr id="6" name="Rechteck"/>
          <p:cNvSpPr/>
          <p:nvPr userDrawn="1"/>
        </p:nvSpPr>
        <p:spPr>
          <a:xfrm rot="5400000">
            <a:off x="4428000" y="431612"/>
            <a:ext cx="288000" cy="9216000"/>
          </a:xfrm>
          <a:prstGeom prst="rect">
            <a:avLst/>
          </a:prstGeom>
          <a:solidFill>
            <a:srgbClr val="151046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3029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3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5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58638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559704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3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710984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892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68" indent="-257168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82731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5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5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43818198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892" marR="0" lvl="1" indent="0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8306521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46" marR="0" lvl="0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37" marR="0" lvl="1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32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28" marR="0" lvl="2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20" marR="0" lvl="3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12" marR="0" lvl="4" indent="-171446" algn="l" defTabSz="342892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543321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3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892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7669571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9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5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5259146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022810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1369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5567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37821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6747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38857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54547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3922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5" y="427858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3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14077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8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0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1940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9231269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70431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3" y="4956004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707223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4.xml"/><Relationship Id="rId39" Type="http://schemas.openxmlformats.org/officeDocument/2006/relationships/tags" Target="../tags/tag17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34" Type="http://schemas.openxmlformats.org/officeDocument/2006/relationships/tags" Target="../tags/tag12.xml"/><Relationship Id="rId42" Type="http://schemas.openxmlformats.org/officeDocument/2006/relationships/tags" Target="../tags/tag20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3.xml"/><Relationship Id="rId33" Type="http://schemas.openxmlformats.org/officeDocument/2006/relationships/tags" Target="../tags/tag11.xml"/><Relationship Id="rId38" Type="http://schemas.openxmlformats.org/officeDocument/2006/relationships/tags" Target="../tags/tag16.xml"/><Relationship Id="rId46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7.xml"/><Relationship Id="rId41" Type="http://schemas.openxmlformats.org/officeDocument/2006/relationships/tags" Target="../tags/tag1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32" Type="http://schemas.openxmlformats.org/officeDocument/2006/relationships/tags" Target="../tags/tag10.xml"/><Relationship Id="rId37" Type="http://schemas.openxmlformats.org/officeDocument/2006/relationships/tags" Target="../tags/tag15.xml"/><Relationship Id="rId40" Type="http://schemas.openxmlformats.org/officeDocument/2006/relationships/tags" Target="../tags/tag18.xml"/><Relationship Id="rId45" Type="http://schemas.openxmlformats.org/officeDocument/2006/relationships/tags" Target="../tags/tag2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1.xml"/><Relationship Id="rId28" Type="http://schemas.openxmlformats.org/officeDocument/2006/relationships/tags" Target="../tags/tag6.xml"/><Relationship Id="rId36" Type="http://schemas.openxmlformats.org/officeDocument/2006/relationships/tags" Target="../tags/tag1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9.xml"/><Relationship Id="rId44" Type="http://schemas.openxmlformats.org/officeDocument/2006/relationships/tags" Target="../tags/tag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vmlDrawing" Target="../drawings/vmlDrawing1.vml"/><Relationship Id="rId27" Type="http://schemas.openxmlformats.org/officeDocument/2006/relationships/tags" Target="../tags/tag5.xml"/><Relationship Id="rId30" Type="http://schemas.openxmlformats.org/officeDocument/2006/relationships/tags" Target="../tags/tag8.xml"/><Relationship Id="rId35" Type="http://schemas.openxmlformats.org/officeDocument/2006/relationships/tags" Target="../tags/tag13.xml"/><Relationship Id="rId43" Type="http://schemas.openxmlformats.org/officeDocument/2006/relationships/tags" Target="../tags/tag2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tags" Target="../tags/tag332.xml"/><Relationship Id="rId39" Type="http://schemas.openxmlformats.org/officeDocument/2006/relationships/tags" Target="../tags/tag345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4.xml"/><Relationship Id="rId34" Type="http://schemas.openxmlformats.org/officeDocument/2006/relationships/tags" Target="../tags/tag340.xml"/><Relationship Id="rId42" Type="http://schemas.openxmlformats.org/officeDocument/2006/relationships/tags" Target="../tags/tag348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tags" Target="../tags/tag331.xml"/><Relationship Id="rId33" Type="http://schemas.openxmlformats.org/officeDocument/2006/relationships/tags" Target="../tags/tag339.xml"/><Relationship Id="rId38" Type="http://schemas.openxmlformats.org/officeDocument/2006/relationships/tags" Target="../tags/tag344.xml"/><Relationship Id="rId46" Type="http://schemas.openxmlformats.org/officeDocument/2006/relationships/oleObject" Target="../embeddings/oleObject15.bin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ags" Target="../tags/tag335.xml"/><Relationship Id="rId41" Type="http://schemas.openxmlformats.org/officeDocument/2006/relationships/tags" Target="../tags/tag347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tags" Target="../tags/tag330.xml"/><Relationship Id="rId32" Type="http://schemas.openxmlformats.org/officeDocument/2006/relationships/tags" Target="../tags/tag338.xml"/><Relationship Id="rId37" Type="http://schemas.openxmlformats.org/officeDocument/2006/relationships/tags" Target="../tags/tag343.xml"/><Relationship Id="rId40" Type="http://schemas.openxmlformats.org/officeDocument/2006/relationships/tags" Target="../tags/tag346.xml"/><Relationship Id="rId45" Type="http://schemas.openxmlformats.org/officeDocument/2006/relationships/tags" Target="../tags/tag3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tags" Target="../tags/tag329.xml"/><Relationship Id="rId28" Type="http://schemas.openxmlformats.org/officeDocument/2006/relationships/tags" Target="../tags/tag334.xml"/><Relationship Id="rId36" Type="http://schemas.openxmlformats.org/officeDocument/2006/relationships/tags" Target="../tags/tag342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337.xml"/><Relationship Id="rId44" Type="http://schemas.openxmlformats.org/officeDocument/2006/relationships/tags" Target="../tags/tag3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vmlDrawing" Target="../drawings/vmlDrawing15.vml"/><Relationship Id="rId27" Type="http://schemas.openxmlformats.org/officeDocument/2006/relationships/tags" Target="../tags/tag333.xml"/><Relationship Id="rId30" Type="http://schemas.openxmlformats.org/officeDocument/2006/relationships/tags" Target="../tags/tag336.xml"/><Relationship Id="rId35" Type="http://schemas.openxmlformats.org/officeDocument/2006/relationships/tags" Target="../tags/tag341.xml"/><Relationship Id="rId43" Type="http://schemas.openxmlformats.org/officeDocument/2006/relationships/tags" Target="../tags/tag34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97.xml"/><Relationship Id="rId42" Type="http://schemas.openxmlformats.org/officeDocument/2006/relationships/theme" Target="../theme/theme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33" Type="http://schemas.openxmlformats.org/officeDocument/2006/relationships/slideLayout" Target="../slideLayouts/slideLayout96.xml"/><Relationship Id="rId38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29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32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100.xml"/><Relationship Id="rId40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91.xml"/><Relationship Id="rId36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94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" r:id="rId46" imgW="360" imgH="360" progId="TCLayout.ActiveDocument.1">
                  <p:embed/>
                </p:oleObj>
              </mc:Choice>
              <mc:Fallback>
                <p:oleObj r:id="rId46" imgW="360" imgH="360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1028" name="SlideLogoText"/>
          <p:cNvSpPr txBox="1">
            <a:spLocks noChangeArrowheads="1"/>
          </p:cNvSpPr>
          <p:nvPr userDrawn="1">
            <p:custDataLst>
              <p:tags r:id="rId2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106" name="BottomLine"/>
          <p:cNvCxnSpPr/>
          <p:nvPr userDrawn="1">
            <p:custDataLst>
              <p:tags r:id="rId26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/>
          <p:cNvCxnSpPr/>
          <p:nvPr userDrawn="1">
            <p:custDataLst>
              <p:tags r:id="rId27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4. Footnote" hidden="1"/>
          <p:cNvSpPr txBox="1">
            <a:spLocks noChangeArrowheads="1"/>
          </p:cNvSpPr>
          <p:nvPr userDrawn="1">
            <p:custDataLst>
              <p:tags r:id="rId28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sp>
        <p:nvSpPr>
          <p:cNvPr id="1032" name="2. Slide Title"/>
          <p:cNvSpPr>
            <a:spLocks noGrp="1" noChangeArrowheads="1"/>
          </p:cNvSpPr>
          <p:nvPr>
            <p:ph type="title" idx="4294967295"/>
            <p:custDataLst>
              <p:tags r:id="rId29"/>
            </p:custDataLst>
          </p:nvPr>
        </p:nvSpPr>
        <p:spPr bwMode="auto">
          <a:xfrm>
            <a:off x="415529" y="266700"/>
            <a:ext cx="8312944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3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5529" y="1628775"/>
            <a:ext cx="8312944" cy="189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grpSp>
        <p:nvGrpSpPr>
          <p:cNvPr id="1034" name="Grid" hidden="1"/>
          <p:cNvGrpSpPr>
            <a:grpSpLocks/>
          </p:cNvGrpSpPr>
          <p:nvPr userDrawn="1">
            <p:custDataLst>
              <p:tags r:id="rId30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6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8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18" name="Straight Connector 145"/>
            <p:cNvCxnSpPr>
              <a:cxnSpLocks noChangeShapeType="1"/>
            </p:cNvCxnSpPr>
            <p:nvPr userDrawn="1"/>
          </p:nvCxn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9" name="Straight Connector 146"/>
            <p:cNvCxnSpPr>
              <a:cxnSpLocks noChangeShapeType="1"/>
            </p:cNvCxnSpPr>
            <p:nvPr userDrawn="1"/>
          </p:nvCxn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8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3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3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7" name="MoonLegend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8" name="Arc 167" hidden="1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0" name="MoonLegend2"/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6" name="Arc 1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3" name="MoonLegend3"/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4" name="Arc 1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6" name="MoonLegend4"/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2" name="Arc 1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9" name="MoonLegend5"/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0" name="Arc 1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7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54" name="StickerUnderline"/>
            <p:cNvCxnSpPr>
              <a:cxnSpLocks noChangeShapeType="1"/>
              <a:stCxn id="170" idx="4"/>
              <a:endCxn id="170" idx="6"/>
            </p:cNvCxnSpPr>
            <p:nvPr/>
          </p:nvCxn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15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58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1875" b="1" kern="120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9pPr>
    </p:titleStyle>
    <p:bodyStyle>
      <a:lvl1pPr algn="l" rtl="0" fontAlgn="base">
        <a:spcBef>
          <a:spcPts val="225"/>
        </a:spcBef>
        <a:spcAft>
          <a:spcPts val="225"/>
        </a:spcAft>
        <a:buFont typeface="Segoe UI" panose="020B0502040204020203" pitchFamily="34" charset="0"/>
        <a:buChar char="​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1pPr>
      <a:lvl2pPr marL="171450" indent="-169069" algn="l" rtl="0" fontAlgn="base">
        <a:spcBef>
          <a:spcPct val="0"/>
        </a:spcBef>
        <a:spcAft>
          <a:spcPts val="225"/>
        </a:spcAft>
        <a:buFont typeface="Wingdings" panose="05000000000000000000" pitchFamily="2" charset="2"/>
        <a:buChar char="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2pPr>
      <a:lvl3pPr marL="386954" indent="-215504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—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3pPr>
      <a:lvl4pPr marL="557213" indent="-136922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»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4pPr>
      <a:lvl5pPr marL="685800" indent="-102394" algn="l" rtl="0" fontAlgn="base">
        <a:spcBef>
          <a:spcPct val="0"/>
        </a:spcBef>
        <a:spcAft>
          <a:spcPts val="225"/>
        </a:spcAft>
        <a:buSzPct val="100000"/>
        <a:buFont typeface="Arial" panose="020B0604020202020204" pitchFamily="34" charset="0"/>
        <a:buChar char="›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5pPr>
      <a:lvl6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6pPr>
      <a:lvl7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7pPr>
      <a:lvl8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8pPr>
      <a:lvl9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246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014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1" r:id="rId46" imgW="360" imgH="360" progId="TCLayout.ActiveDocument.1">
                  <p:embed/>
                </p:oleObj>
              </mc:Choice>
              <mc:Fallback>
                <p:oleObj r:id="rId46" imgW="360" imgH="360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1028" name="SlideLogoText"/>
          <p:cNvSpPr txBox="1">
            <a:spLocks noChangeArrowheads="1"/>
          </p:cNvSpPr>
          <p:nvPr userDrawn="1">
            <p:custDataLst>
              <p:tags r:id="rId2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106" name="BottomLine"/>
          <p:cNvCxnSpPr/>
          <p:nvPr userDrawn="1">
            <p:custDataLst>
              <p:tags r:id="rId26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/>
          <p:cNvCxnSpPr/>
          <p:nvPr userDrawn="1">
            <p:custDataLst>
              <p:tags r:id="rId27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4. Footnote" hidden="1"/>
          <p:cNvSpPr txBox="1">
            <a:spLocks noChangeArrowheads="1"/>
          </p:cNvSpPr>
          <p:nvPr userDrawn="1">
            <p:custDataLst>
              <p:tags r:id="rId28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sp>
        <p:nvSpPr>
          <p:cNvPr id="1032" name="2. Slide Title"/>
          <p:cNvSpPr>
            <a:spLocks noGrp="1" noChangeArrowheads="1"/>
          </p:cNvSpPr>
          <p:nvPr>
            <p:ph type="title" idx="4294967295"/>
            <p:custDataLst>
              <p:tags r:id="rId29"/>
            </p:custDataLst>
          </p:nvPr>
        </p:nvSpPr>
        <p:spPr bwMode="auto">
          <a:xfrm>
            <a:off x="415529" y="266700"/>
            <a:ext cx="8312944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3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5529" y="1628775"/>
            <a:ext cx="8312944" cy="189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grpSp>
        <p:nvGrpSpPr>
          <p:cNvPr id="1034" name="Grid" hidden="1"/>
          <p:cNvGrpSpPr>
            <a:grpSpLocks/>
          </p:cNvGrpSpPr>
          <p:nvPr userDrawn="1">
            <p:custDataLst>
              <p:tags r:id="rId30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6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6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7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8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9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0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1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2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3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4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5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6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7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8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9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0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1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2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3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4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5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6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7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98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cxnSp>
          <p:nvCxnSpPr>
            <p:cNvPr id="1118" name="Straight Connector 145"/>
            <p:cNvCxnSpPr>
              <a:cxnSpLocks noChangeShapeType="1"/>
            </p:cNvCxnSpPr>
            <p:nvPr userDrawn="1"/>
          </p:nvCxn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9" name="Straight Connector 146"/>
            <p:cNvCxnSpPr>
              <a:cxnSpLocks noChangeShapeType="1"/>
            </p:cNvCxnSpPr>
            <p:nvPr userDrawn="1"/>
          </p:nvCxn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8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12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3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3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7" name="MoonLegend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0" name="MoonLegend2"/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3" name="MoonLegend3"/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6" name="MoonLegend4"/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9" name="MoonLegend5"/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15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7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cxnSp>
          <p:nvCxnSpPr>
            <p:cNvPr id="1154" name="StickerUnderline"/>
            <p:cNvCxnSpPr>
              <a:cxnSpLocks noChangeShapeType="1"/>
              <a:stCxn id="170" idx="4"/>
              <a:endCxn id="170" idx="6"/>
            </p:cNvCxnSpPr>
            <p:nvPr/>
          </p:nvCxn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15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16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16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08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</p:sldLayoutIdLst>
  <p:txStyles>
    <p:titleStyle>
      <a:lvl1pPr algn="l" rtl="0" fontAlgn="base">
        <a:spcBef>
          <a:spcPct val="0"/>
        </a:spcBef>
        <a:spcAft>
          <a:spcPct val="0"/>
        </a:spcAft>
        <a:defRPr sz="1875" b="1" kern="120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9pPr>
    </p:titleStyle>
    <p:bodyStyle>
      <a:lvl1pPr algn="l" rtl="0" fontAlgn="base">
        <a:spcBef>
          <a:spcPts val="225"/>
        </a:spcBef>
        <a:spcAft>
          <a:spcPts val="225"/>
        </a:spcAft>
        <a:buFont typeface="Segoe UI" panose="020B0502040204020203" pitchFamily="34" charset="0"/>
        <a:buChar char="​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1pPr>
      <a:lvl2pPr marL="171450" indent="-169069" algn="l" rtl="0" fontAlgn="base">
        <a:spcBef>
          <a:spcPct val="0"/>
        </a:spcBef>
        <a:spcAft>
          <a:spcPts val="225"/>
        </a:spcAft>
        <a:buFont typeface="Wingdings" panose="05000000000000000000" pitchFamily="2" charset="2"/>
        <a:buChar char="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2pPr>
      <a:lvl3pPr marL="386954" indent="-215504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—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3pPr>
      <a:lvl4pPr marL="557213" indent="-136922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»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4pPr>
      <a:lvl5pPr marL="685800" indent="-102394" algn="l" rtl="0" fontAlgn="base">
        <a:spcBef>
          <a:spcPct val="0"/>
        </a:spcBef>
        <a:spcAft>
          <a:spcPts val="225"/>
        </a:spcAft>
        <a:buSzPct val="100000"/>
        <a:buFont typeface="Arial" panose="020B0604020202020204" pitchFamily="34" charset="0"/>
        <a:buChar char="›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5pPr>
      <a:lvl6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6pPr>
      <a:lvl7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7pPr>
      <a:lvl8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8pPr>
      <a:lvl9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20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577"/>
            <a:endParaRPr lang="zh-CN" altLang="en-US">
              <a:solidFill>
                <a:srgbClr val="003669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577"/>
            <a:endParaRPr lang="zh-CN" altLang="en-US">
              <a:solidFill>
                <a:srgbClr val="003669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577"/>
            <a:fld id="{49AE70B2-8BF9-45C0-BB95-33D1B9D3A854}" type="slidenum">
              <a:rPr lang="zh-CN" altLang="en-US" smtClean="0">
                <a:solidFill>
                  <a:srgbClr val="003669">
                    <a:tint val="75000"/>
                  </a:srgbClr>
                </a:solidFill>
              </a:rPr>
              <a:pPr defTabSz="685577"/>
              <a:t>‹#›</a:t>
            </a:fld>
            <a:endParaRPr lang="zh-CN" altLang="en-US">
              <a:solidFill>
                <a:srgbClr val="00366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64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</p:sldLayoutIdLst>
  <p:hf hdr="0" ftr="0" dt="0"/>
  <p:txStyles>
    <p:titleStyle>
      <a:lvl1pPr algn="l" defTabSz="68556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390" indent="-171390" algn="l" defTabSz="68556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17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856949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19973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542511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88529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228071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57085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913630" indent="-171390" algn="l" defTabSz="68556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81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56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341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12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90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679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460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2241" algn="l" defTabSz="685560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69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20" r:id="rId13"/>
    <p:sldLayoutId id="2147483921" r:id="rId14"/>
    <p:sldLayoutId id="2147483922" r:id="rId15"/>
    <p:sldLayoutId id="2147483923" r:id="rId16"/>
    <p:sldLayoutId id="2147483924" r:id="rId17"/>
    <p:sldLayoutId id="2147483925" r:id="rId18"/>
    <p:sldLayoutId id="2147483926" r:id="rId19"/>
    <p:sldLayoutId id="2147483927" r:id="rId20"/>
    <p:sldLayoutId id="2147483928" r:id="rId21"/>
    <p:sldLayoutId id="2147483929" r:id="rId22"/>
    <p:sldLayoutId id="2147483930" r:id="rId23"/>
    <p:sldLayoutId id="2147483931" r:id="rId24"/>
    <p:sldLayoutId id="2147483932" r:id="rId25"/>
    <p:sldLayoutId id="2147483933" r:id="rId26"/>
    <p:sldLayoutId id="2147483934" r:id="rId27"/>
    <p:sldLayoutId id="2147483935" r:id="rId28"/>
    <p:sldLayoutId id="2147483936" r:id="rId29"/>
    <p:sldLayoutId id="2147483937" r:id="rId30"/>
    <p:sldLayoutId id="2147483938" r:id="rId31"/>
    <p:sldLayoutId id="2147483939" r:id="rId32"/>
    <p:sldLayoutId id="2147483940" r:id="rId33"/>
    <p:sldLayoutId id="2147483941" r:id="rId34"/>
    <p:sldLayoutId id="2147483942" r:id="rId35"/>
    <p:sldLayoutId id="2147483943" r:id="rId36"/>
    <p:sldLayoutId id="2147483944" r:id="rId37"/>
    <p:sldLayoutId id="2147483945" r:id="rId38"/>
    <p:sldLayoutId id="2147483946" r:id="rId39"/>
    <p:sldLayoutId id="2147483947" r:id="rId40"/>
    <p:sldLayoutId id="2147483948" r:id="rId4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3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219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</p:sldLayoutIdLst>
  <p:hf hdr="0" ftr="0" dt="0"/>
  <p:txStyles>
    <p:titleStyle>
      <a:lvl1pPr algn="l" defTabSz="685783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46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37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6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28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20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12" indent="-171446" algn="l" defTabSz="685783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36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04DC71A8-0495-8648-876E-689563A0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82" y="208479"/>
            <a:ext cx="6077956" cy="4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Capacity</a:t>
            </a:r>
            <a:r>
              <a:rPr kumimoji="0" lang="en-US" altLang="zh-CN" sz="2025" b="1" i="0" u="none" strike="noStrike" kern="1200" cap="none" spc="0" normalizeH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2025" b="1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Construction of the </a:t>
            </a:r>
            <a:r>
              <a:rPr kumimoji="0" lang="en-US" altLang="zh-CN" sz="20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Sandwich Site</a:t>
            </a:r>
            <a:endParaRPr kumimoji="0" lang="zh-CN" altLang="en-US" sz="2025" b="1" i="0" u="none" strike="noStrike" kern="1200" cap="none" spc="0" normalizeH="0" baseline="0" noProof="0" dirty="0">
              <a:ln>
                <a:noFill/>
              </a:ln>
              <a:solidFill>
                <a:srgbClr val="0036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4390" y="1033929"/>
            <a:ext cx="2192651" cy="51025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B902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Enhancement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332642" y="1033929"/>
            <a:ext cx="2192651" cy="5102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B902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Expansion in east</a:t>
            </a:r>
            <a:r>
              <a:rPr kumimoji="0" lang="en-US" altLang="zh-CN" sz="1050" b="1" i="0" u="none" strike="noStrike" kern="1200" cap="none" spc="0" normalizeH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area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610894" y="1033929"/>
            <a:ext cx="2192651" cy="51025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Construction of the High Potency</a:t>
            </a:r>
            <a:r>
              <a:rPr kumimoji="0" lang="en-US" altLang="zh-CN" sz="1050" b="1" i="0" u="none" strike="noStrike" kern="1200" cap="none" spc="0" normalizeH="0" noProof="0" dirty="0" smtClean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Lab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889146" y="1033929"/>
            <a:ext cx="2192651" cy="51025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309555">
              <a:defRPr/>
            </a:pPr>
            <a:r>
              <a:rPr lang="en-US" altLang="zh-CN" sz="1050" b="1" dirty="0" smtClean="0">
                <a:solidFill>
                  <a:srgbClr val="3263A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 multi-purpose </a:t>
            </a:r>
            <a:r>
              <a:rPr lang="en-US" altLang="zh-CN" sz="1050" b="1" dirty="0">
                <a:solidFill>
                  <a:srgbClr val="3263A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continuous hydrogenation </a:t>
            </a:r>
            <a:r>
              <a:rPr lang="en-US" altLang="zh-CN" sz="1050" b="1" dirty="0" smtClean="0">
                <a:solidFill>
                  <a:srgbClr val="3263A7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skids for Pilot Plant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75379" y="1635125"/>
            <a:ext cx="2192651" cy="3098239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charset="-122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2332642" y="1635125"/>
            <a:ext cx="2192651" cy="3114181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ounded Rectangle 4"/>
          <p:cNvSpPr/>
          <p:nvPr/>
        </p:nvSpPr>
        <p:spPr>
          <a:xfrm>
            <a:off x="4607037" y="1635126"/>
            <a:ext cx="2192651" cy="311418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Rounded Rectangle 4"/>
          <p:cNvSpPr/>
          <p:nvPr/>
        </p:nvSpPr>
        <p:spPr>
          <a:xfrm>
            <a:off x="6889146" y="1635126"/>
            <a:ext cx="2192651" cy="3114180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32642" y="1697570"/>
            <a:ext cx="228994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9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Positioning</a:t>
            </a:r>
            <a:r>
              <a:rPr kumimoji="0" lang="zh-CN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Upgrade capacities for reaction, hydrogenation, filtration and drying to support the medium and long-term production capacity demand in the 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Sandwich site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141635" y="1684419"/>
            <a:ext cx="210540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sz="9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Positioning</a:t>
            </a:r>
            <a:r>
              <a:rPr kumimoji="0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Supplement the routine operation capacity of preparative HPLC, </a:t>
            </a:r>
            <a:r>
              <a:rPr lang="en-US" sz="900" dirty="0" err="1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lyophilization</a:t>
            </a:r>
            <a:r>
              <a:rPr lang="en-US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and OEB5 within the existing </a:t>
            </a:r>
            <a:r>
              <a:rPr lang="en-US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plant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128291" y="2429836"/>
            <a:ext cx="2192651" cy="21339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lang="en-US" sz="10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Progress</a:t>
            </a:r>
            <a:r>
              <a:rPr kumimoji="0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+mn-cs"/>
                <a:sym typeface="Arial" panose="020B0604020202020204" pitchFamily="34" charset="0"/>
              </a:rPr>
              <a:t>：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HPLC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 </a:t>
            </a:r>
            <a:r>
              <a:rPr lang="en-US" altLang="zh-CN" sz="800" b="1" dirty="0" err="1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lyophilization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Technical feasibility study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 completed; investment 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calculation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 finished</a:t>
            </a: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；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kumimoji="0" lang="en-US" altLang="zh-CN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C1</a:t>
            </a:r>
            <a:r>
              <a:rPr lang="zh-CN" altLang="en-US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module </a:t>
            </a:r>
            <a:r>
              <a:rPr kumimoji="0" lang="en-US" altLang="zh-CN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OEB5</a:t>
            </a:r>
            <a:r>
              <a:rPr kumimoji="0" lang="en-US" altLang="zh-CN" sz="800" b="1" i="0" u="none" strike="noStrike" kern="1200" cap="none" spc="0" normalizeH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upgrade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Scope definition and cost estimation have been completed; delivery shall be synchronized with the liquid chromatography renovation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</a:t>
            </a:r>
            <a:endParaRPr kumimoji="0" lang="en-US" altLang="zh-CN" sz="2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lang="en-US" altLang="zh-CN" sz="10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Future plans</a:t>
            </a:r>
            <a:r>
              <a:rPr kumimoji="0" lang="zh-CN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The revamped production line shall be prioritized to deliver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capacity 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by 2027; it will be put into production in phases alongside the expansion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line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56036" y="2482400"/>
            <a:ext cx="216925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900" b="1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Expansion </a:t>
            </a:r>
            <a:r>
              <a:rPr lang="en-US" altLang="zh-CN" sz="9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scope: 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New 4-story main building plus equipment mezzanine on east side; 10 reactors, 2,500L hydrogenation reactor, 3 sets of filter dryers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TextBox 13"/>
          <p:cNvSpPr txBox="1"/>
          <p:nvPr/>
        </p:nvSpPr>
        <p:spPr>
          <a:xfrm>
            <a:off x="2363743" y="3307264"/>
            <a:ext cx="2278251" cy="13952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Investment </a:t>
            </a: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calculation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kumimoji="0" lang="en-US" altLang="zh-CN" sz="80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finished</a:t>
            </a:r>
            <a:endParaRPr lang="en-US" altLang="zh-CN" sz="8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Feasibility </a:t>
            </a: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study 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finished (May</a:t>
            </a:r>
            <a:r>
              <a:rPr kumimoji="0" lang="en-US" altLang="zh-CN" sz="800" b="0" i="0" u="none" strike="noStrike" kern="1200" cap="none" spc="0" normalizeH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2026</a:t>
            </a: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); conceptual design &amp; detailed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design in next stage</a:t>
            </a:r>
            <a:endParaRPr kumimoji="0" lang="zh-CN" altLang="en-US" sz="2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planning permission</a:t>
            </a: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→ </a:t>
            </a:r>
            <a:r>
              <a:rPr lang="en-US" altLang="zh-CN" sz="800" noProof="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construction</a:t>
            </a: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→ 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The completion target by May 2030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31895" y="1725975"/>
            <a:ext cx="227825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9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Positioning</a:t>
            </a:r>
            <a:r>
              <a:rPr kumimoji="0" lang="zh-CN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Add new high-potency lab and operational capacity, which shall be interfaced with OEB5 upgrade and preparative HPLC capacity 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expansion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4641994" y="2589048"/>
            <a:ext cx="2278251" cy="11131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Investment </a:t>
            </a:r>
            <a:r>
              <a:rPr lang="en-US" altLang="zh-CN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calculation</a:t>
            </a:r>
            <a:r>
              <a:rPr lang="zh-CN" altLang="en-US" sz="8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in progress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Preliminary reasonable layout design and equipment count calculation completed; feasibility preliminarily verified, space determined and design preparation finished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65750" y="1719672"/>
            <a:ext cx="227825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9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Positioning</a:t>
            </a:r>
            <a:r>
              <a:rPr kumimoji="0" lang="zh-CN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Build 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practical capabilities for UK/EU engineering standards, forming the capability infrastructure to support </a:t>
            </a:r>
            <a:r>
              <a:rPr lang="en-US" altLang="zh-CN" sz="900" dirty="0" err="1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Asymchem</a:t>
            </a:r>
            <a:r>
              <a:rPr lang="en-US" altLang="zh-CN" sz="900" dirty="0" err="1" smtClean="0">
                <a:solidFill>
                  <a:srgbClr val="2C3E50"/>
                </a:solidFill>
                <a:latin typeface="+mn-lt"/>
                <a:ea typeface="微软雅黑" panose="020B0503020204020204" pitchFamily="34" charset="-122"/>
                <a:cs typeface="+mn-cs"/>
              </a:rPr>
              <a:t>’</a:t>
            </a:r>
            <a:r>
              <a:rPr lang="en-US" altLang="zh-CN" sz="900" dirty="0" err="1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CDMO </a:t>
            </a:r>
            <a:r>
              <a:rPr lang="en-US" altLang="zh-CN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market expansion in </a:t>
            </a:r>
            <a:r>
              <a:rPr lang="en-US" altLang="zh-CN" sz="900" dirty="0" smtClean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Europe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TextBox 13"/>
          <p:cNvSpPr txBox="1"/>
          <p:nvPr/>
        </p:nvSpPr>
        <p:spPr>
          <a:xfrm>
            <a:off x="6865749" y="2589048"/>
            <a:ext cx="2278251" cy="14234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marL="171446" lvl="0" indent="-171446" defTabSz="342892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Basic design documents fully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available</a:t>
            </a:r>
          </a:p>
          <a:p>
            <a:pPr marL="171446" lvl="0" indent="-171446" defTabSz="342892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CE certification scope &amp; roadmap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finalized</a:t>
            </a:r>
          </a:p>
          <a:p>
            <a:pPr marL="171446" lvl="0" indent="-171446" defTabSz="342892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Sino-UK engineering collaboration framework finalized: </a:t>
            </a: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IEPE overall design, CFCT skid manufacturing &amp; CE certification, on-site integration at UK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Sandwich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6943638" y="4079391"/>
            <a:ext cx="2278251" cy="433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Target: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commissioning </a:t>
            </a: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 Sep 2027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6" name="TextBox 13"/>
          <p:cNvSpPr txBox="1"/>
          <p:nvPr/>
        </p:nvSpPr>
        <p:spPr>
          <a:xfrm>
            <a:off x="4685443" y="3955196"/>
            <a:ext cx="2278251" cy="5565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Advance in coordination with the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enhancement </a:t>
            </a:r>
            <a:r>
              <a:rPr lang="en-US" altLang="zh-CN" sz="800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of </a:t>
            </a:r>
            <a:r>
              <a:rPr lang="en-US" altLang="zh-CN" sz="800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B902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3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04DC71A8-0495-8648-876E-689563A0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064" y="208479"/>
            <a:ext cx="3815974" cy="4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25" b="1" i="0" u="none" strike="noStrike" kern="1200" cap="none" spc="0" normalizeH="0" baseline="0" noProof="0" dirty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Sandwich Site</a:t>
            </a:r>
            <a:r>
              <a:rPr kumimoji="0" lang="zh-CN" alt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扩建进展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4390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B902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既有厂房改造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332642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B902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东侧扩建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610894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高活实验室建设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889146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Pilot Plant 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63A7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加装多用途连续氢化撬块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3263A7">
                  <a:lumMod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75379" y="1635126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charset="-122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2332642" y="1635126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ounded Rectangle 4"/>
          <p:cNvSpPr/>
          <p:nvPr/>
        </p:nvSpPr>
        <p:spPr>
          <a:xfrm>
            <a:off x="4610893" y="1635126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Rounded Rectangle 4"/>
          <p:cNvSpPr/>
          <p:nvPr/>
        </p:nvSpPr>
        <p:spPr>
          <a:xfrm>
            <a:off x="6889146" y="1635126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32642" y="1719672"/>
            <a:ext cx="20894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定位：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反应、加氢、过滤干燥能力提升，支撑英国中长期产能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98011" y="1719672"/>
            <a:ext cx="21054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定位：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在现有厂房内补齐制备液相色谱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HPLC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、冻干及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OEB5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日常运行能力</a:t>
            </a:r>
          </a:p>
        </p:txBody>
      </p:sp>
      <p:sp>
        <p:nvSpPr>
          <p:cNvPr id="16" name="TextBox 13"/>
          <p:cNvSpPr txBox="1"/>
          <p:nvPr/>
        </p:nvSpPr>
        <p:spPr>
          <a:xfrm>
            <a:off x="75379" y="2350231"/>
            <a:ext cx="2192651" cy="1490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lang="en-US" sz="10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Progress</a:t>
            </a:r>
            <a:r>
              <a:rPr kumimoji="0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+mn-cs"/>
                <a:sym typeface="Arial" panose="020B0604020202020204" pitchFamily="34" charset="0"/>
              </a:rPr>
              <a:t>：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charset="-122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HPLC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 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冻干：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技术可行性研究已完成；投资测算已完成；</a:t>
            </a: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C1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模块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OEB5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升级：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范围与费用测算已完成；须与液相色谱改造同步交付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en-US" altLang="zh-CN" sz="2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lang="en-US" altLang="zh-CN" sz="1000" b="1" dirty="0" smtClean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Future plans</a:t>
            </a:r>
            <a:r>
              <a:rPr kumimoji="0" lang="zh-CN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改造线优先兑现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2027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年可运行能力；与扩建线并行、分阶段投产</a:t>
            </a:r>
          </a:p>
        </p:txBody>
      </p:sp>
      <p:sp>
        <p:nvSpPr>
          <p:cNvPr id="14" name="矩形 13"/>
          <p:cNvSpPr/>
          <p:nvPr/>
        </p:nvSpPr>
        <p:spPr>
          <a:xfrm>
            <a:off x="2332641" y="2243839"/>
            <a:ext cx="216925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扩建范围：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东侧新建四层主体及设备夹层，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台反应釜、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2,500L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加氢釜、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套过滤干燥机</a:t>
            </a:r>
          </a:p>
        </p:txBody>
      </p:sp>
      <p:sp>
        <p:nvSpPr>
          <p:cNvPr id="18" name="TextBox 13"/>
          <p:cNvSpPr txBox="1"/>
          <p:nvPr/>
        </p:nvSpPr>
        <p:spPr>
          <a:xfrm>
            <a:off x="2332642" y="2819745"/>
            <a:ext cx="2278251" cy="1243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投资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测算：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已完成</a:t>
            </a: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可行性研究：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已完成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(2026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);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后续进入概念设计及详细设计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zh-CN" altLang="en-US" sz="2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规划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许可 → 施工建设 →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2030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月竣工目标</a:t>
            </a:r>
          </a:p>
        </p:txBody>
      </p:sp>
      <p:sp>
        <p:nvSpPr>
          <p:cNvPr id="17" name="矩形 16"/>
          <p:cNvSpPr/>
          <p:nvPr/>
        </p:nvSpPr>
        <p:spPr>
          <a:xfrm>
            <a:off x="4631895" y="1725975"/>
            <a:ext cx="22782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定位：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新增高活实验与运行能力，与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OEB5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升级及制备液相色谱能力衔接</a:t>
            </a:r>
          </a:p>
        </p:txBody>
      </p:sp>
      <p:sp>
        <p:nvSpPr>
          <p:cNvPr id="20" name="TextBox 13"/>
          <p:cNvSpPr txBox="1"/>
          <p:nvPr/>
        </p:nvSpPr>
        <p:spPr>
          <a:xfrm>
            <a:off x="4610894" y="2228929"/>
            <a:ext cx="2278251" cy="7437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投资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测算：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进行中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已完成布局初步合理设计与设备数量测算，初步确认可行性，选定空间并完成设计准备</a:t>
            </a:r>
          </a:p>
        </p:txBody>
      </p:sp>
      <p:sp>
        <p:nvSpPr>
          <p:cNvPr id="21" name="矩形 20"/>
          <p:cNvSpPr/>
          <p:nvPr/>
        </p:nvSpPr>
        <p:spPr>
          <a:xfrm>
            <a:off x="6865750" y="1719672"/>
            <a:ext cx="227825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定位：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系统建立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UK/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欧盟工程规范实操能力，支撑凯莱英欧洲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CDMO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市场拓展的能力基础设施</a:t>
            </a:r>
          </a:p>
        </p:txBody>
      </p:sp>
      <p:sp>
        <p:nvSpPr>
          <p:cNvPr id="22" name="TextBox 13"/>
          <p:cNvSpPr txBox="1"/>
          <p:nvPr/>
        </p:nvSpPr>
        <p:spPr>
          <a:xfrm>
            <a:off x="6889144" y="2333560"/>
            <a:ext cx="2278251" cy="12413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charset="-122"/>
            </a:endParaRPr>
          </a:p>
          <a:p>
            <a:pPr marL="171446" marR="0" lvl="0" indent="-171446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 typeface="Arial" panose="020B0604020202020204" pitchFamily="34" charset="0"/>
              <a:buChar char="•"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基础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设计文件已齐备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171446" marR="0" lvl="0" indent="-171446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 typeface="Arial" panose="020B0604020202020204" pitchFamily="34" charset="0"/>
              <a:buChar char="•"/>
              <a:tabLst/>
              <a:defRPr sz="1050">
                <a:latin typeface="微软雅黑" panose="020B0503020204020204" charset="-122"/>
              </a:defRPr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CE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认证范围与路径确定</a:t>
            </a:r>
          </a:p>
          <a:p>
            <a:pPr marL="171446" marR="0" lvl="0" indent="-171446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 typeface="Arial" panose="020B0604020202020204" pitchFamily="34" charset="0"/>
              <a:buChar char="•"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中英团队双方工程协作机制成型：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IEPE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整体设计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 CFCT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撬块制造与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CE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认证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+ UK Sandwich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现场集成</a:t>
            </a: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6912539" y="3569981"/>
            <a:ext cx="2278251" cy="433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于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2027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月实现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Sandwich site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现场开车目标</a:t>
            </a:r>
          </a:p>
        </p:txBody>
      </p:sp>
      <p:sp>
        <p:nvSpPr>
          <p:cNvPr id="26" name="TextBox 13"/>
          <p:cNvSpPr txBox="1"/>
          <p:nvPr/>
        </p:nvSpPr>
        <p:spPr>
          <a:xfrm>
            <a:off x="4599194" y="2994629"/>
            <a:ext cx="2278251" cy="433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342892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 plans</a:t>
            </a:r>
            <a:r>
              <a:rPr lang="zh-CN" altLang="en-US" sz="1000" b="1" dirty="0">
                <a:solidFill>
                  <a:srgbClr val="0F2B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000" b="1" dirty="0">
              <a:solidFill>
                <a:srgbClr val="0F2B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342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 sz="1050">
                <a:latin typeface="微软雅黑" panose="020B0503020204020204" charset="-122"/>
              </a:defRPr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和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B902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既有厂房改造协同推进</a:t>
            </a:r>
          </a:p>
        </p:txBody>
      </p:sp>
    </p:spTree>
    <p:extLst>
      <p:ext uri="{BB962C8B-B14F-4D97-AF65-F5344CB8AC3E}">
        <p14:creationId xmlns:p14="http://schemas.microsoft.com/office/powerpoint/2010/main" val="33099610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heme/theme1.xml><?xml version="1.0" encoding="utf-8"?>
<a:theme xmlns:a="http://schemas.openxmlformats.org/drawingml/2006/main" name="2_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White 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FFFFFF"/>
        </a:accent3>
        <a:accent4>
          <a:srgbClr val="000000"/>
        </a:accent4>
        <a:accent5>
          <a:srgbClr val="AAABAC"/>
        </a:accent5>
        <a:accent6>
          <a:srgbClr val="0099DD"/>
        </a:accent6>
        <a:hlink>
          <a:srgbClr val="1F40E6"/>
        </a:hlink>
        <a:folHlink>
          <a:srgbClr val="8C5A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White 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FFFFFF"/>
        </a:accent3>
        <a:accent4>
          <a:srgbClr val="000000"/>
        </a:accent4>
        <a:accent5>
          <a:srgbClr val="AAABAC"/>
        </a:accent5>
        <a:accent6>
          <a:srgbClr val="0099DD"/>
        </a:accent6>
        <a:hlink>
          <a:srgbClr val="1F40E6"/>
        </a:hlink>
        <a:folHlink>
          <a:srgbClr val="8C5A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 fontAlgn="auto">
          <a:spcAft>
            <a:spcPts val="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15926</TotalTime>
  <Words>635</Words>
  <Application>Microsoft Office PowerPoint</Application>
  <PresentationFormat>全屏显示(16:9)</PresentationFormat>
  <Paragraphs>66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4" baseType="lpstr">
      <vt:lpstr>Canela Text Regular</vt:lpstr>
      <vt:lpstr>Helvetica Light</vt:lpstr>
      <vt:lpstr>Helvetica Neue</vt:lpstr>
      <vt:lpstr>黑体</vt:lpstr>
      <vt:lpstr>宋体</vt:lpstr>
      <vt:lpstr>微软雅黑</vt:lpstr>
      <vt:lpstr>Arial</vt:lpstr>
      <vt:lpstr>Arial Black</vt:lpstr>
      <vt:lpstr>Calibri</vt:lpstr>
      <vt:lpstr>Georgia</vt:lpstr>
      <vt:lpstr>Segoe UI</vt:lpstr>
      <vt:lpstr>Times</vt:lpstr>
      <vt:lpstr>Wingdings</vt:lpstr>
      <vt:lpstr>2_White</vt:lpstr>
      <vt:lpstr>webwppDefTheme</vt:lpstr>
      <vt:lpstr>1_webwppDefTheme</vt:lpstr>
      <vt:lpstr>4_White</vt:lpstr>
      <vt:lpstr>6_White</vt:lpstr>
      <vt:lpstr>2_webwppDefTheme</vt:lpstr>
      <vt:lpstr>12_webwppDefTheme</vt:lpstr>
      <vt:lpstr>8_White</vt:lpstr>
      <vt:lpstr>TCLayout.ActiveDocument.1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Shuai Pan</cp:lastModifiedBy>
  <cp:revision>1836</cp:revision>
  <cp:lastPrinted>2020-08-24T06:52:00Z</cp:lastPrinted>
  <dcterms:created xsi:type="dcterms:W3CDTF">2020-08-24T06:52:00Z</dcterms:created>
  <dcterms:modified xsi:type="dcterms:W3CDTF">2026-07-14T02:16:19Z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6CE3AC170A46476F9F966556CB5A9253</vt:lpwstr>
  </property>
</Properties>
</file>