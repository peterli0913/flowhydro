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rawings/vmlDrawing1.vml" ContentType="application/vnd.openxmlformats-officedocument.vmlDrawing"/>
  <Override PartName="/ppt/drawings/vmlDrawing10.vml" ContentType="application/vnd.openxmlformats-officedocument.vmlDrawing"/>
  <Override PartName="/ppt/drawings/vmlDrawing11.vml" ContentType="application/vnd.openxmlformats-officedocument.vmlDrawing"/>
  <Override PartName="/ppt/drawings/vmlDrawing12.vml" ContentType="application/vnd.openxmlformats-officedocument.vmlDrawing"/>
  <Override PartName="/ppt/drawings/vmlDrawing13.vml" ContentType="application/vnd.openxmlformats-officedocument.vmlDrawing"/>
  <Override PartName="/ppt/drawings/vmlDrawing14.vml" ContentType="application/vnd.openxmlformats-officedocument.vmlDrawing"/>
  <Override PartName="/ppt/drawings/vmlDrawing15.vml" ContentType="application/vnd.openxmlformats-officedocument.vmlDrawing"/>
  <Override PartName="/ppt/drawings/vmlDrawing16.vml" ContentType="application/vnd.openxmlformats-officedocument.vmlDrawing"/>
  <Override PartName="/ppt/drawings/vmlDrawing17.vml" ContentType="application/vnd.openxmlformats-officedocument.vmlDrawing"/>
  <Override PartName="/ppt/drawings/vmlDrawing18.vml" ContentType="application/vnd.openxmlformats-officedocument.vmlDrawing"/>
  <Override PartName="/ppt/drawings/vmlDrawing19.vml" ContentType="application/vnd.openxmlformats-officedocument.vmlDrawing"/>
  <Override PartName="/ppt/drawings/vmlDrawing2.vml" ContentType="application/vnd.openxmlformats-officedocument.vmlDrawing"/>
  <Override PartName="/ppt/drawings/vmlDrawing20.vml" ContentType="application/vnd.openxmlformats-officedocument.vmlDrawing"/>
  <Override PartName="/ppt/drawings/vmlDrawing21.vml" ContentType="application/vnd.openxmlformats-officedocument.vmlDrawing"/>
  <Override PartName="/ppt/drawings/vmlDrawing22.vml" ContentType="application/vnd.openxmlformats-officedocument.vmlDrawing"/>
  <Override PartName="/ppt/drawings/vmlDrawing23.vml" ContentType="application/vnd.openxmlformats-officedocument.vmlDrawing"/>
  <Override PartName="/ppt/drawings/vmlDrawing24.vml" ContentType="application/vnd.openxmlformats-officedocument.vmlDrawing"/>
  <Override PartName="/ppt/drawings/vmlDrawing25.vml" ContentType="application/vnd.openxmlformats-officedocument.vmlDrawing"/>
  <Override PartName="/ppt/drawings/vmlDrawing26.vml" ContentType="application/vnd.openxmlformats-officedocument.vmlDrawing"/>
  <Override PartName="/ppt/drawings/vmlDrawing27.vml" ContentType="application/vnd.openxmlformats-officedocument.vmlDrawing"/>
  <Override PartName="/ppt/drawings/vmlDrawing28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drawings/vmlDrawing7.vml" ContentType="application/vnd.openxmlformats-officedocument.vmlDrawing"/>
  <Override PartName="/ppt/drawings/vmlDrawing8.vml" ContentType="application/vnd.openxmlformats-officedocument.vmlDrawing"/>
  <Override PartName="/ppt/drawings/vmlDrawing9.vml" ContentType="application/vnd.openxmlformats-officedocument.vmlDrawing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712" r:id="rId1"/>
    <p:sldMasterId id="2147483811" r:id="rId2"/>
    <p:sldMasterId id="2147483823" r:id="rId3"/>
    <p:sldMasterId id="2147483835" r:id="rId4"/>
    <p:sldMasterId id="2147483901" r:id="rId5"/>
    <p:sldMasterId id="2147483906" r:id="rId6"/>
    <p:sldMasterId id="2147483949" r:id="rId7"/>
    <p:sldMasterId id="2147483961" r:id="rId8"/>
  </p:sldMasterIdLst>
  <p:notesMasterIdLst>
    <p:notesMasterId r:id="rId11"/>
  </p:notesMasterIdLst>
  <p:sldIdLst>
    <p:sldId id="3745" r:id="rId9"/>
    <p:sldId id="3743" r:id="rId10"/>
  </p:sldIdLst>
  <p:sldSz cx="9144000" cy="5143500" type="screen16x9"/>
  <p:notesSz cx="6858000" cy="9144000"/>
  <p:defaultTextStyle>
    <a:defPPr>
      <a:defRPr lang="en-US"/>
    </a:defPPr>
    <a:lvl1pPr algn="l" defTabSz="309563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1pPr>
    <a:lvl2pPr marL="171450" indent="-85725" algn="l" defTabSz="309563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2pPr>
    <a:lvl3pPr marL="342900" indent="-171450" algn="l" defTabSz="309563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3pPr>
    <a:lvl4pPr marL="514350" indent="-257175" algn="l" defTabSz="309563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4pPr>
    <a:lvl5pPr marL="685800" indent="-342900" algn="l" defTabSz="309563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5pPr>
    <a:lvl6pPr marL="857250" algn="l" defTabSz="342900" rtl="0" eaLnBrk="1" latinLnBrk="0" hangingPunct="1"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6pPr>
    <a:lvl7pPr marL="1028700" algn="l" defTabSz="342900" rtl="0" eaLnBrk="1" latinLnBrk="0" hangingPunct="1"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7pPr>
    <a:lvl8pPr marL="1200150" algn="l" defTabSz="342900" rtl="0" eaLnBrk="1" latinLnBrk="0" hangingPunct="1"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8pPr>
    <a:lvl9pPr marL="1371600" algn="l" defTabSz="342900" rtl="0" eaLnBrk="1" latinLnBrk="0" hangingPunct="1"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pos="5602" userDrawn="1">
          <p15:clr>
            <a:srgbClr val="A4A3A4"/>
          </p15:clr>
        </p15:guide>
        <p15:guide id="2" orient="horz" pos="3049" userDrawn="1">
          <p15:clr>
            <a:srgbClr val="A4A3A4"/>
          </p15:clr>
        </p15:guide>
        <p15:guide id="3" orient="horz" pos="259" userDrawn="1">
          <p15:clr>
            <a:srgbClr val="A4A3A4"/>
          </p15:clr>
        </p15:guide>
        <p15:guide id="4" orient="horz" pos="103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aoyang Meng" initials="ZM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85723"/>
    <a:srgbClr val="F9F9F9"/>
    <a:srgbClr val="4472C4"/>
    <a:srgbClr val="01366A"/>
    <a:srgbClr val="0C89FF"/>
    <a:srgbClr val="EDEDED"/>
    <a:srgbClr val="2E75B6"/>
    <a:srgbClr val="1F4E79"/>
    <a:srgbClr val="B85410"/>
    <a:srgbClr val="1931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79" autoAdjust="0"/>
    <p:restoredTop sz="95879" autoAdjust="0"/>
  </p:normalViewPr>
  <p:slideViewPr>
    <p:cSldViewPr snapToGrid="0" snapToObjects="1">
      <p:cViewPr varScale="1">
        <p:scale>
          <a:sx n="128" d="100"/>
          <a:sy n="128" d="100"/>
        </p:scale>
        <p:origin x="125" y="96"/>
      </p:cViewPr>
      <p:guideLst>
        <p:guide pos="5602"/>
        <p:guide orient="horz" pos="3049"/>
        <p:guide orient="horz" pos="259"/>
        <p:guide orient="horz" pos="103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42" d="100"/>
        <a:sy n="42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12" Type="http://schemas.openxmlformats.org/officeDocument/2006/relationships/commentAuthors" Target="commentAuthors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5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0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'1.0' encoding='UTF-8' standalone='yes'?>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2.vml.rels><?xml version='1.0' encoding='UTF-8' standalone='yes'?>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3.vml.rels><?xml version='1.0' encoding='UTF-8' standalone='yes'?>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14.vml.rels><?xml version='1.0' encoding='UTF-8' standalone='yes'?>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5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'1.0' encoding='UTF-8' standalone='yes'?>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7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8.vml.rels><?xml version='1.0' encoding='UTF-8' standalone='yes'?>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19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0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2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3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4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5.vml.rels><?xml version='1.0' encoding='UTF-8' standalone='yes'?>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6.vml.rels><?xml version='1.0' encoding='UTF-8' standalone='yes'?>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7.vml.rels><?xml version='1.0' encoding='UTF-8' standalone='yes'?>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8.vml.rels><?xml version='1.0' encoding='UTF-8' standalone='yes'?>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hape 66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Shape 67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zh-CN">
              <a:sym typeface="Helvetica Neue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1pPr>
    <a:lvl2pPr marL="278606" indent="-107156"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2pPr>
    <a:lvl3pPr marL="428625" indent="-85725"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3pPr>
    <a:lvl4pPr marL="600075" indent="-85725"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4pPr>
    <a:lvl5pPr marL="771525" indent="-85725"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5pPr>
    <a:lvl6pPr indent="428625" defTabSz="171450" latinLnBrk="0">
      <a:lnSpc>
        <a:spcPct val="117000"/>
      </a:lnSpc>
      <a:defRPr sz="825">
        <a:latin typeface="+mn-lt"/>
        <a:ea typeface="+mn-ea"/>
        <a:cs typeface="+mn-cs"/>
        <a:sym typeface="Helvetica Neue" panose="02000503000000020004"/>
      </a:defRPr>
    </a:lvl6pPr>
    <a:lvl7pPr indent="514350" defTabSz="171450" latinLnBrk="0">
      <a:lnSpc>
        <a:spcPct val="117000"/>
      </a:lnSpc>
      <a:defRPr sz="825">
        <a:latin typeface="+mn-lt"/>
        <a:ea typeface="+mn-ea"/>
        <a:cs typeface="+mn-cs"/>
        <a:sym typeface="Helvetica Neue" panose="02000503000000020004"/>
      </a:defRPr>
    </a:lvl7pPr>
    <a:lvl8pPr indent="600075" defTabSz="171450" latinLnBrk="0">
      <a:lnSpc>
        <a:spcPct val="117000"/>
      </a:lnSpc>
      <a:defRPr sz="825">
        <a:latin typeface="+mn-lt"/>
        <a:ea typeface="+mn-ea"/>
        <a:cs typeface="+mn-cs"/>
        <a:sym typeface="Helvetica Neue" panose="02000503000000020004"/>
      </a:defRPr>
    </a:lvl8pPr>
    <a:lvl9pPr indent="685800" defTabSz="171450" latinLnBrk="0">
      <a:lnSpc>
        <a:spcPct val="117000"/>
      </a:lnSpc>
      <a:defRPr sz="825">
        <a:latin typeface="+mn-lt"/>
        <a:ea typeface="+mn-ea"/>
        <a:cs typeface="+mn-cs"/>
        <a:sym typeface="Helvetica Neue" panose="02000503000000020004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24.xml"/><Relationship Id="rId3" Type="http://schemas.openxmlformats.org/officeDocument/2006/relationships/tags" Target="../tags/tag25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2.bin"/><Relationship Id="rId6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tags" Target="../tags/tag26.xml"/><Relationship Id="rId3" Type="http://schemas.openxmlformats.org/officeDocument/2006/relationships/tags" Target="../tags/tag27.xml"/><Relationship Id="rId4" Type="http://schemas.openxmlformats.org/officeDocument/2006/relationships/tags" Target="../tags/tag28.xml"/><Relationship Id="rId5" Type="http://schemas.openxmlformats.org/officeDocument/2006/relationships/tags" Target="../tags/tag29.xml"/><Relationship Id="rId6" Type="http://schemas.openxmlformats.org/officeDocument/2006/relationships/tags" Target="../tags/tag30.xml"/><Relationship Id="rId7" Type="http://schemas.openxmlformats.org/officeDocument/2006/relationships/tags" Target="../tags/tag31.xml"/><Relationship Id="rId8" Type="http://schemas.openxmlformats.org/officeDocument/2006/relationships/tags" Target="../tags/tag32.xml"/><Relationship Id="rId9" Type="http://schemas.openxmlformats.org/officeDocument/2006/relationships/tags" Target="../tags/tag33.xml"/><Relationship Id="rId10" Type="http://schemas.openxmlformats.org/officeDocument/2006/relationships/tags" Target="../tags/tag34.xml"/><Relationship Id="rId11" Type="http://schemas.openxmlformats.org/officeDocument/2006/relationships/tags" Target="../tags/tag35.xml"/><Relationship Id="rId12" Type="http://schemas.openxmlformats.org/officeDocument/2006/relationships/tags" Target="../tags/tag36.xml"/><Relationship Id="rId13" Type="http://schemas.openxmlformats.org/officeDocument/2006/relationships/tags" Target="../tags/tag37.xml"/><Relationship Id="rId14" Type="http://schemas.openxmlformats.org/officeDocument/2006/relationships/tags" Target="../tags/tag38.xml"/><Relationship Id="rId15" Type="http://schemas.openxmlformats.org/officeDocument/2006/relationships/tags" Target="../tags/tag39.xml"/><Relationship Id="rId16" Type="http://schemas.openxmlformats.org/officeDocument/2006/relationships/tags" Target="../tags/tag40.xml"/><Relationship Id="rId17" Type="http://schemas.openxmlformats.org/officeDocument/2006/relationships/tags" Target="../tags/tag41.xml"/><Relationship Id="rId18" Type="http://schemas.openxmlformats.org/officeDocument/2006/relationships/tags" Target="../tags/tag42.xml"/><Relationship Id="rId19" Type="http://schemas.openxmlformats.org/officeDocument/2006/relationships/tags" Target="../tags/tag43.xml"/><Relationship Id="rId20" Type="http://schemas.openxmlformats.org/officeDocument/2006/relationships/tags" Target="../tags/tag44.xml"/><Relationship Id="rId21" Type="http://schemas.openxmlformats.org/officeDocument/2006/relationships/tags" Target="../tags/tag45.xml"/><Relationship Id="rId22" Type="http://schemas.openxmlformats.org/officeDocument/2006/relationships/tags" Target="../tags/tag46.xml"/><Relationship Id="rId23" Type="http://schemas.openxmlformats.org/officeDocument/2006/relationships/tags" Target="../tags/tag47.xml"/><Relationship Id="rId24" Type="http://schemas.openxmlformats.org/officeDocument/2006/relationships/tags" Target="../tags/tag48.xml"/><Relationship Id="rId25" Type="http://schemas.openxmlformats.org/officeDocument/2006/relationships/tags" Target="../tags/tag49.xml"/><Relationship Id="rId26" Type="http://schemas.openxmlformats.org/officeDocument/2006/relationships/tags" Target="../tags/tag50.xml"/><Relationship Id="rId27" Type="http://schemas.openxmlformats.org/officeDocument/2006/relationships/tags" Target="../tags/tag51.xml"/><Relationship Id="rId28" Type="http://schemas.openxmlformats.org/officeDocument/2006/relationships/slideMaster" Target="../slideMasters/slideMaster1.xml"/><Relationship Id="rId29" Type="http://schemas.openxmlformats.org/officeDocument/2006/relationships/image" Target="../media/image1.emf"/><Relationship Id="rId30" Type="http://schemas.openxmlformats.org/officeDocument/2006/relationships/oleObject" Target="../embeddings/oleObject3.bin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Relationship Id="rId7" Type="http://schemas.openxmlformats.org/officeDocument/2006/relationships/tags" Target="../tags/tag57.xml"/><Relationship Id="rId8" Type="http://schemas.openxmlformats.org/officeDocument/2006/relationships/tags" Target="../tags/tag58.xml"/><Relationship Id="rId9" Type="http://schemas.openxmlformats.org/officeDocument/2006/relationships/tags" Target="../tags/tag59.xml"/><Relationship Id="rId10" Type="http://schemas.openxmlformats.org/officeDocument/2006/relationships/tags" Target="../tags/tag60.xml"/><Relationship Id="rId11" Type="http://schemas.openxmlformats.org/officeDocument/2006/relationships/tags" Target="../tags/tag61.xml"/><Relationship Id="rId12" Type="http://schemas.openxmlformats.org/officeDocument/2006/relationships/tags" Target="../tags/tag62.xml"/><Relationship Id="rId13" Type="http://schemas.openxmlformats.org/officeDocument/2006/relationships/tags" Target="../tags/tag63.xml"/><Relationship Id="rId14" Type="http://schemas.openxmlformats.org/officeDocument/2006/relationships/tags" Target="../tags/tag64.xml"/><Relationship Id="rId15" Type="http://schemas.openxmlformats.org/officeDocument/2006/relationships/tags" Target="../tags/tag65.xml"/><Relationship Id="rId16" Type="http://schemas.openxmlformats.org/officeDocument/2006/relationships/tags" Target="../tags/tag66.xml"/><Relationship Id="rId17" Type="http://schemas.openxmlformats.org/officeDocument/2006/relationships/tags" Target="../tags/tag67.xml"/><Relationship Id="rId18" Type="http://schemas.openxmlformats.org/officeDocument/2006/relationships/tags" Target="../tags/tag68.xml"/><Relationship Id="rId19" Type="http://schemas.openxmlformats.org/officeDocument/2006/relationships/tags" Target="../tags/tag69.xml"/><Relationship Id="rId20" Type="http://schemas.openxmlformats.org/officeDocument/2006/relationships/tags" Target="../tags/tag70.xml"/><Relationship Id="rId21" Type="http://schemas.openxmlformats.org/officeDocument/2006/relationships/tags" Target="../tags/tag71.xml"/><Relationship Id="rId22" Type="http://schemas.openxmlformats.org/officeDocument/2006/relationships/tags" Target="../tags/tag72.xml"/><Relationship Id="rId23" Type="http://schemas.openxmlformats.org/officeDocument/2006/relationships/tags" Target="../tags/tag73.xml"/><Relationship Id="rId24" Type="http://schemas.openxmlformats.org/officeDocument/2006/relationships/tags" Target="../tags/tag74.xml"/><Relationship Id="rId25" Type="http://schemas.openxmlformats.org/officeDocument/2006/relationships/tags" Target="../tags/tag75.xml"/><Relationship Id="rId26" Type="http://schemas.openxmlformats.org/officeDocument/2006/relationships/tags" Target="../tags/tag76.xml"/><Relationship Id="rId27" Type="http://schemas.openxmlformats.org/officeDocument/2006/relationships/slideMaster" Target="../slideMasters/slideMaster1.xml"/><Relationship Id="rId28" Type="http://schemas.openxmlformats.org/officeDocument/2006/relationships/image" Target="../media/image1.emf"/><Relationship Id="rId29" Type="http://schemas.openxmlformats.org/officeDocument/2006/relationships/oleObject" Target="../embeddings/oleObject4.bin"/><Relationship Id="rId30" Type="http://schemas.openxmlformats.org/officeDocument/2006/relationships/image" Target="../media/image3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77.xml"/><Relationship Id="rId2" Type="http://schemas.openxmlformats.org/officeDocument/2006/relationships/tags" Target="../tags/tag78.xml"/><Relationship Id="rId3" Type="http://schemas.openxmlformats.org/officeDocument/2006/relationships/tags" Target="../tags/tag79.xml"/><Relationship Id="rId4" Type="http://schemas.openxmlformats.org/officeDocument/2006/relationships/tags" Target="../tags/tag80.xml"/><Relationship Id="rId5" Type="http://schemas.openxmlformats.org/officeDocument/2006/relationships/tags" Target="../tags/tag81.xml"/><Relationship Id="rId6" Type="http://schemas.openxmlformats.org/officeDocument/2006/relationships/tags" Target="../tags/tag82.xml"/><Relationship Id="rId7" Type="http://schemas.openxmlformats.org/officeDocument/2006/relationships/tags" Target="../tags/tag83.xml"/><Relationship Id="rId8" Type="http://schemas.openxmlformats.org/officeDocument/2006/relationships/tags" Target="../tags/tag84.xml"/><Relationship Id="rId9" Type="http://schemas.openxmlformats.org/officeDocument/2006/relationships/tags" Target="../tags/tag85.xml"/><Relationship Id="rId10" Type="http://schemas.openxmlformats.org/officeDocument/2006/relationships/tags" Target="../tags/tag86.xml"/><Relationship Id="rId11" Type="http://schemas.openxmlformats.org/officeDocument/2006/relationships/tags" Target="../tags/tag87.xml"/><Relationship Id="rId12" Type="http://schemas.openxmlformats.org/officeDocument/2006/relationships/tags" Target="../tags/tag88.xml"/><Relationship Id="rId13" Type="http://schemas.openxmlformats.org/officeDocument/2006/relationships/tags" Target="../tags/tag89.xml"/><Relationship Id="rId14" Type="http://schemas.openxmlformats.org/officeDocument/2006/relationships/tags" Target="../tags/tag90.xml"/><Relationship Id="rId15" Type="http://schemas.openxmlformats.org/officeDocument/2006/relationships/tags" Target="../tags/tag91.xml"/><Relationship Id="rId16" Type="http://schemas.openxmlformats.org/officeDocument/2006/relationships/tags" Target="../tags/tag92.xml"/><Relationship Id="rId17" Type="http://schemas.openxmlformats.org/officeDocument/2006/relationships/tags" Target="../tags/tag93.xml"/><Relationship Id="rId18" Type="http://schemas.openxmlformats.org/officeDocument/2006/relationships/tags" Target="../tags/tag94.xml"/><Relationship Id="rId19" Type="http://schemas.openxmlformats.org/officeDocument/2006/relationships/tags" Target="../tags/tag95.xml"/><Relationship Id="rId20" Type="http://schemas.openxmlformats.org/officeDocument/2006/relationships/tags" Target="../tags/tag96.xml"/><Relationship Id="rId21" Type="http://schemas.openxmlformats.org/officeDocument/2006/relationships/tags" Target="../tags/tag97.xml"/><Relationship Id="rId22" Type="http://schemas.openxmlformats.org/officeDocument/2006/relationships/tags" Target="../tags/tag98.xml"/><Relationship Id="rId23" Type="http://schemas.openxmlformats.org/officeDocument/2006/relationships/tags" Target="../tags/tag99.xml"/><Relationship Id="rId24" Type="http://schemas.openxmlformats.org/officeDocument/2006/relationships/tags" Target="../tags/tag100.xml"/><Relationship Id="rId25" Type="http://schemas.openxmlformats.org/officeDocument/2006/relationships/slideMaster" Target="../slideMasters/slideMaster1.xml"/><Relationship Id="rId26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01.xml"/><Relationship Id="rId2" Type="http://schemas.openxmlformats.org/officeDocument/2006/relationships/tags" Target="../tags/tag102.xml"/><Relationship Id="rId3" Type="http://schemas.openxmlformats.org/officeDocument/2006/relationships/tags" Target="../tags/tag103.xml"/><Relationship Id="rId4" Type="http://schemas.openxmlformats.org/officeDocument/2006/relationships/tags" Target="../tags/tag104.xml"/><Relationship Id="rId5" Type="http://schemas.openxmlformats.org/officeDocument/2006/relationships/tags" Target="../tags/tag105.xml"/><Relationship Id="rId6" Type="http://schemas.openxmlformats.org/officeDocument/2006/relationships/tags" Target="../tags/tag106.xml"/><Relationship Id="rId7" Type="http://schemas.openxmlformats.org/officeDocument/2006/relationships/tags" Target="../tags/tag107.xml"/><Relationship Id="rId8" Type="http://schemas.openxmlformats.org/officeDocument/2006/relationships/tags" Target="../tags/tag108.xml"/><Relationship Id="rId9" Type="http://schemas.openxmlformats.org/officeDocument/2006/relationships/tags" Target="../tags/tag109.xml"/><Relationship Id="rId10" Type="http://schemas.openxmlformats.org/officeDocument/2006/relationships/tags" Target="../tags/tag110.xml"/><Relationship Id="rId11" Type="http://schemas.openxmlformats.org/officeDocument/2006/relationships/tags" Target="../tags/tag111.xml"/><Relationship Id="rId12" Type="http://schemas.openxmlformats.org/officeDocument/2006/relationships/tags" Target="../tags/tag112.xml"/><Relationship Id="rId13" Type="http://schemas.openxmlformats.org/officeDocument/2006/relationships/tags" Target="../tags/tag113.xml"/><Relationship Id="rId14" Type="http://schemas.openxmlformats.org/officeDocument/2006/relationships/tags" Target="../tags/tag114.xml"/><Relationship Id="rId15" Type="http://schemas.openxmlformats.org/officeDocument/2006/relationships/tags" Target="../tags/tag115.xml"/><Relationship Id="rId16" Type="http://schemas.openxmlformats.org/officeDocument/2006/relationships/tags" Target="../tags/tag116.xml"/><Relationship Id="rId17" Type="http://schemas.openxmlformats.org/officeDocument/2006/relationships/tags" Target="../tags/tag117.xml"/><Relationship Id="rId18" Type="http://schemas.openxmlformats.org/officeDocument/2006/relationships/tags" Target="../tags/tag118.xml"/><Relationship Id="rId19" Type="http://schemas.openxmlformats.org/officeDocument/2006/relationships/tags" Target="../tags/tag119.xml"/><Relationship Id="rId20" Type="http://schemas.openxmlformats.org/officeDocument/2006/relationships/tags" Target="../tags/tag120.xml"/><Relationship Id="rId21" Type="http://schemas.openxmlformats.org/officeDocument/2006/relationships/tags" Target="../tags/tag121.xml"/><Relationship Id="rId22" Type="http://schemas.openxmlformats.org/officeDocument/2006/relationships/tags" Target="../tags/tag122.xml"/><Relationship Id="rId23" Type="http://schemas.openxmlformats.org/officeDocument/2006/relationships/tags" Target="../tags/tag123.xml"/><Relationship Id="rId24" Type="http://schemas.openxmlformats.org/officeDocument/2006/relationships/tags" Target="../tags/tag124.xml"/><Relationship Id="rId25" Type="http://schemas.openxmlformats.org/officeDocument/2006/relationships/slideMaster" Target="../slideMasters/slideMaster1.xml"/><Relationship Id="rId26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tags" Target="../tags/tag125.xml"/><Relationship Id="rId3" Type="http://schemas.openxmlformats.org/officeDocument/2006/relationships/tags" Target="../tags/tag126.xml"/><Relationship Id="rId4" Type="http://schemas.openxmlformats.org/officeDocument/2006/relationships/tags" Target="../tags/tag127.xml"/><Relationship Id="rId5" Type="http://schemas.openxmlformats.org/officeDocument/2006/relationships/tags" Target="../tags/tag128.xml"/><Relationship Id="rId6" Type="http://schemas.openxmlformats.org/officeDocument/2006/relationships/tags" Target="../tags/tag129.xml"/><Relationship Id="rId7" Type="http://schemas.openxmlformats.org/officeDocument/2006/relationships/tags" Target="../tags/tag130.xml"/><Relationship Id="rId8" Type="http://schemas.openxmlformats.org/officeDocument/2006/relationships/tags" Target="../tags/tag131.xml"/><Relationship Id="rId9" Type="http://schemas.openxmlformats.org/officeDocument/2006/relationships/tags" Target="../tags/tag132.xml"/><Relationship Id="rId10" Type="http://schemas.openxmlformats.org/officeDocument/2006/relationships/tags" Target="../tags/tag133.xml"/><Relationship Id="rId11" Type="http://schemas.openxmlformats.org/officeDocument/2006/relationships/tags" Target="../tags/tag134.xml"/><Relationship Id="rId12" Type="http://schemas.openxmlformats.org/officeDocument/2006/relationships/slideMaster" Target="../slideMasters/slideMaster1.xml"/><Relationship Id="rId13" Type="http://schemas.openxmlformats.org/officeDocument/2006/relationships/oleObject" Target="../embeddings/oleObject5.bin"/><Relationship Id="rId14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tags" Target="../tags/tag135.xml"/><Relationship Id="rId3" Type="http://schemas.openxmlformats.org/officeDocument/2006/relationships/tags" Target="../tags/tag136.xml"/><Relationship Id="rId4" Type="http://schemas.openxmlformats.org/officeDocument/2006/relationships/tags" Target="../tags/tag137.xml"/><Relationship Id="rId5" Type="http://schemas.openxmlformats.org/officeDocument/2006/relationships/tags" Target="../tags/tag138.xml"/><Relationship Id="rId6" Type="http://schemas.openxmlformats.org/officeDocument/2006/relationships/tags" Target="../tags/tag139.xml"/><Relationship Id="rId7" Type="http://schemas.openxmlformats.org/officeDocument/2006/relationships/tags" Target="../tags/tag140.xml"/><Relationship Id="rId8" Type="http://schemas.openxmlformats.org/officeDocument/2006/relationships/tags" Target="../tags/tag141.xml"/><Relationship Id="rId9" Type="http://schemas.openxmlformats.org/officeDocument/2006/relationships/tags" Target="../tags/tag142.xml"/><Relationship Id="rId10" Type="http://schemas.openxmlformats.org/officeDocument/2006/relationships/tags" Target="../tags/tag143.xml"/><Relationship Id="rId11" Type="http://schemas.openxmlformats.org/officeDocument/2006/relationships/tags" Target="../tags/tag144.xml"/><Relationship Id="rId12" Type="http://schemas.openxmlformats.org/officeDocument/2006/relationships/slideMaster" Target="../slideMasters/slideMaster1.xml"/><Relationship Id="rId13" Type="http://schemas.openxmlformats.org/officeDocument/2006/relationships/oleObject" Target="../embeddings/oleObject6.bin"/><Relationship Id="rId14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7.vml"/><Relationship Id="rId2" Type="http://schemas.openxmlformats.org/officeDocument/2006/relationships/tags" Target="../tags/tag145.xml"/><Relationship Id="rId3" Type="http://schemas.openxmlformats.org/officeDocument/2006/relationships/tags" Target="../tags/tag146.xml"/><Relationship Id="rId4" Type="http://schemas.openxmlformats.org/officeDocument/2006/relationships/tags" Target="../tags/tag147.xml"/><Relationship Id="rId5" Type="http://schemas.openxmlformats.org/officeDocument/2006/relationships/tags" Target="../tags/tag148.xml"/><Relationship Id="rId6" Type="http://schemas.openxmlformats.org/officeDocument/2006/relationships/tags" Target="../tags/tag149.xml"/><Relationship Id="rId7" Type="http://schemas.openxmlformats.org/officeDocument/2006/relationships/tags" Target="../tags/tag150.xml"/><Relationship Id="rId8" Type="http://schemas.openxmlformats.org/officeDocument/2006/relationships/tags" Target="../tags/tag151.xml"/><Relationship Id="rId9" Type="http://schemas.openxmlformats.org/officeDocument/2006/relationships/tags" Target="../tags/tag152.xml"/><Relationship Id="rId10" Type="http://schemas.openxmlformats.org/officeDocument/2006/relationships/tags" Target="../tags/tag153.xml"/><Relationship Id="rId11" Type="http://schemas.openxmlformats.org/officeDocument/2006/relationships/tags" Target="../tags/tag154.xml"/><Relationship Id="rId12" Type="http://schemas.openxmlformats.org/officeDocument/2006/relationships/tags" Target="../tags/tag155.xml"/><Relationship Id="rId13" Type="http://schemas.openxmlformats.org/officeDocument/2006/relationships/slideMaster" Target="../slideMasters/slideMaster1.xml"/><Relationship Id="rId14" Type="http://schemas.openxmlformats.org/officeDocument/2006/relationships/oleObject" Target="../embeddings/oleObject7.bin"/><Relationship Id="rId15" Type="http://schemas.openxmlformats.org/officeDocument/2006/relationships/image" Target="../media/image1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8.vml"/><Relationship Id="rId2" Type="http://schemas.openxmlformats.org/officeDocument/2006/relationships/tags" Target="../tags/tag156.xml"/><Relationship Id="rId3" Type="http://schemas.openxmlformats.org/officeDocument/2006/relationships/tags" Target="../tags/tag157.xml"/><Relationship Id="rId4" Type="http://schemas.openxmlformats.org/officeDocument/2006/relationships/tags" Target="../tags/tag158.xml"/><Relationship Id="rId5" Type="http://schemas.openxmlformats.org/officeDocument/2006/relationships/tags" Target="../tags/tag159.xml"/><Relationship Id="rId6" Type="http://schemas.openxmlformats.org/officeDocument/2006/relationships/tags" Target="../tags/tag160.xml"/><Relationship Id="rId7" Type="http://schemas.openxmlformats.org/officeDocument/2006/relationships/tags" Target="../tags/tag161.xml"/><Relationship Id="rId8" Type="http://schemas.openxmlformats.org/officeDocument/2006/relationships/tags" Target="../tags/tag162.xml"/><Relationship Id="rId9" Type="http://schemas.openxmlformats.org/officeDocument/2006/relationships/tags" Target="../tags/tag163.xml"/><Relationship Id="rId10" Type="http://schemas.openxmlformats.org/officeDocument/2006/relationships/tags" Target="../tags/tag164.xml"/><Relationship Id="rId11" Type="http://schemas.openxmlformats.org/officeDocument/2006/relationships/tags" Target="../tags/tag165.xml"/><Relationship Id="rId12" Type="http://schemas.openxmlformats.org/officeDocument/2006/relationships/tags" Target="../tags/tag166.xml"/><Relationship Id="rId13" Type="http://schemas.openxmlformats.org/officeDocument/2006/relationships/slideMaster" Target="../slideMasters/slideMaster1.xml"/><Relationship Id="rId14" Type="http://schemas.openxmlformats.org/officeDocument/2006/relationships/oleObject" Target="../embeddings/oleObject8.bin"/><Relationship Id="rId15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9.vml"/><Relationship Id="rId2" Type="http://schemas.openxmlformats.org/officeDocument/2006/relationships/tags" Target="../tags/tag167.xml"/><Relationship Id="rId3" Type="http://schemas.openxmlformats.org/officeDocument/2006/relationships/tags" Target="../tags/tag168.xml"/><Relationship Id="rId4" Type="http://schemas.openxmlformats.org/officeDocument/2006/relationships/tags" Target="../tags/tag169.xml"/><Relationship Id="rId5" Type="http://schemas.openxmlformats.org/officeDocument/2006/relationships/tags" Target="../tags/tag170.xml"/><Relationship Id="rId6" Type="http://schemas.openxmlformats.org/officeDocument/2006/relationships/tags" Target="../tags/tag171.xml"/><Relationship Id="rId7" Type="http://schemas.openxmlformats.org/officeDocument/2006/relationships/tags" Target="../tags/tag172.xml"/><Relationship Id="rId8" Type="http://schemas.openxmlformats.org/officeDocument/2006/relationships/tags" Target="../tags/tag173.xml"/><Relationship Id="rId9" Type="http://schemas.openxmlformats.org/officeDocument/2006/relationships/tags" Target="../tags/tag174.xml"/><Relationship Id="rId10" Type="http://schemas.openxmlformats.org/officeDocument/2006/relationships/tags" Target="../tags/tag175.xml"/><Relationship Id="rId11" Type="http://schemas.openxmlformats.org/officeDocument/2006/relationships/tags" Target="../tags/tag176.xml"/><Relationship Id="rId12" Type="http://schemas.openxmlformats.org/officeDocument/2006/relationships/tags" Target="../tags/tag177.xml"/><Relationship Id="rId13" Type="http://schemas.openxmlformats.org/officeDocument/2006/relationships/slideMaster" Target="../slideMasters/slideMaster1.xml"/><Relationship Id="rId14" Type="http://schemas.openxmlformats.org/officeDocument/2006/relationships/oleObject" Target="../embeddings/oleObject9.bin"/><Relationship Id="rId15" Type="http://schemas.openxmlformats.org/officeDocument/2006/relationships/image" Target="../media/image4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0.vml"/><Relationship Id="rId2" Type="http://schemas.openxmlformats.org/officeDocument/2006/relationships/tags" Target="../tags/tag178.xml"/><Relationship Id="rId3" Type="http://schemas.openxmlformats.org/officeDocument/2006/relationships/tags" Target="../tags/tag179.xml"/><Relationship Id="rId4" Type="http://schemas.openxmlformats.org/officeDocument/2006/relationships/tags" Target="../tags/tag180.xml"/><Relationship Id="rId5" Type="http://schemas.openxmlformats.org/officeDocument/2006/relationships/tags" Target="../tags/tag181.xml"/><Relationship Id="rId6" Type="http://schemas.openxmlformats.org/officeDocument/2006/relationships/tags" Target="../tags/tag182.xml"/><Relationship Id="rId7" Type="http://schemas.openxmlformats.org/officeDocument/2006/relationships/tags" Target="../tags/tag183.xml"/><Relationship Id="rId8" Type="http://schemas.openxmlformats.org/officeDocument/2006/relationships/tags" Target="../tags/tag184.xml"/><Relationship Id="rId9" Type="http://schemas.openxmlformats.org/officeDocument/2006/relationships/tags" Target="../tags/tag185.xml"/><Relationship Id="rId10" Type="http://schemas.openxmlformats.org/officeDocument/2006/relationships/tags" Target="../tags/tag186.xml"/><Relationship Id="rId11" Type="http://schemas.openxmlformats.org/officeDocument/2006/relationships/tags" Target="../tags/tag187.xml"/><Relationship Id="rId12" Type="http://schemas.openxmlformats.org/officeDocument/2006/relationships/slideMaster" Target="../slideMasters/slideMaster1.xml"/><Relationship Id="rId13" Type="http://schemas.openxmlformats.org/officeDocument/2006/relationships/oleObject" Target="../embeddings/oleObject10.bin"/><Relationship Id="rId14" Type="http://schemas.openxmlformats.org/officeDocument/2006/relationships/image" Target="../media/image1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1.vml"/><Relationship Id="rId2" Type="http://schemas.openxmlformats.org/officeDocument/2006/relationships/tags" Target="../tags/tag188.xml"/><Relationship Id="rId3" Type="http://schemas.openxmlformats.org/officeDocument/2006/relationships/tags" Target="../tags/tag189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1.bin"/><Relationship Id="rId6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2.vml"/><Relationship Id="rId2" Type="http://schemas.openxmlformats.org/officeDocument/2006/relationships/tags" Target="../tags/tag190.xml"/><Relationship Id="rId3" Type="http://schemas.openxmlformats.org/officeDocument/2006/relationships/tags" Target="../tags/tag191.xml"/><Relationship Id="rId4" Type="http://schemas.openxmlformats.org/officeDocument/2006/relationships/tags" Target="../tags/tag192.xml"/><Relationship Id="rId5" Type="http://schemas.openxmlformats.org/officeDocument/2006/relationships/tags" Target="../tags/tag193.xml"/><Relationship Id="rId6" Type="http://schemas.openxmlformats.org/officeDocument/2006/relationships/tags" Target="../tags/tag194.xml"/><Relationship Id="rId7" Type="http://schemas.openxmlformats.org/officeDocument/2006/relationships/tags" Target="../tags/tag195.xml"/><Relationship Id="rId8" Type="http://schemas.openxmlformats.org/officeDocument/2006/relationships/tags" Target="../tags/tag196.xml"/><Relationship Id="rId9" Type="http://schemas.openxmlformats.org/officeDocument/2006/relationships/tags" Target="../tags/tag197.xml"/><Relationship Id="rId10" Type="http://schemas.openxmlformats.org/officeDocument/2006/relationships/tags" Target="../tags/tag198.xml"/><Relationship Id="rId11" Type="http://schemas.openxmlformats.org/officeDocument/2006/relationships/tags" Target="../tags/tag199.xml"/><Relationship Id="rId12" Type="http://schemas.openxmlformats.org/officeDocument/2006/relationships/tags" Target="../tags/tag200.xml"/><Relationship Id="rId13" Type="http://schemas.openxmlformats.org/officeDocument/2006/relationships/tags" Target="../tags/tag201.xml"/><Relationship Id="rId14" Type="http://schemas.openxmlformats.org/officeDocument/2006/relationships/tags" Target="../tags/tag202.xml"/><Relationship Id="rId15" Type="http://schemas.openxmlformats.org/officeDocument/2006/relationships/tags" Target="../tags/tag203.xml"/><Relationship Id="rId16" Type="http://schemas.openxmlformats.org/officeDocument/2006/relationships/tags" Target="../tags/tag204.xml"/><Relationship Id="rId17" Type="http://schemas.openxmlformats.org/officeDocument/2006/relationships/tags" Target="../tags/tag205.xml"/><Relationship Id="rId18" Type="http://schemas.openxmlformats.org/officeDocument/2006/relationships/tags" Target="../tags/tag206.xml"/><Relationship Id="rId19" Type="http://schemas.openxmlformats.org/officeDocument/2006/relationships/tags" Target="../tags/tag207.xml"/><Relationship Id="rId20" Type="http://schemas.openxmlformats.org/officeDocument/2006/relationships/tags" Target="../tags/tag208.xml"/><Relationship Id="rId21" Type="http://schemas.openxmlformats.org/officeDocument/2006/relationships/tags" Target="../tags/tag209.xml"/><Relationship Id="rId22" Type="http://schemas.openxmlformats.org/officeDocument/2006/relationships/tags" Target="../tags/tag210.xml"/><Relationship Id="rId23" Type="http://schemas.openxmlformats.org/officeDocument/2006/relationships/tags" Target="../tags/tag211.xml"/><Relationship Id="rId24" Type="http://schemas.openxmlformats.org/officeDocument/2006/relationships/tags" Target="../tags/tag212.xml"/><Relationship Id="rId25" Type="http://schemas.openxmlformats.org/officeDocument/2006/relationships/tags" Target="../tags/tag213.xml"/><Relationship Id="rId26" Type="http://schemas.openxmlformats.org/officeDocument/2006/relationships/tags" Target="../tags/tag214.xml"/><Relationship Id="rId27" Type="http://schemas.openxmlformats.org/officeDocument/2006/relationships/slideMaster" Target="../slideMasters/slideMaster1.xml"/><Relationship Id="rId28" Type="http://schemas.openxmlformats.org/officeDocument/2006/relationships/image" Target="../media/image1.emf"/><Relationship Id="rId29" Type="http://schemas.openxmlformats.org/officeDocument/2006/relationships/oleObject" Target="../embeddings/oleObject12.bin"/><Relationship Id="rId30" Type="http://schemas.openxmlformats.org/officeDocument/2006/relationships/image" Target="../media/image5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215.xml"/><Relationship Id="rId2" Type="http://schemas.openxmlformats.org/officeDocument/2006/relationships/tags" Target="../tags/tag216.xml"/><Relationship Id="rId3" Type="http://schemas.openxmlformats.org/officeDocument/2006/relationships/tags" Target="../tags/tag217.xml"/><Relationship Id="rId4" Type="http://schemas.openxmlformats.org/officeDocument/2006/relationships/tags" Target="../tags/tag218.xml"/><Relationship Id="rId5" Type="http://schemas.openxmlformats.org/officeDocument/2006/relationships/tags" Target="../tags/tag219.xml"/><Relationship Id="rId6" Type="http://schemas.openxmlformats.org/officeDocument/2006/relationships/tags" Target="../tags/tag220.xml"/><Relationship Id="rId7" Type="http://schemas.openxmlformats.org/officeDocument/2006/relationships/tags" Target="../tags/tag221.xml"/><Relationship Id="rId8" Type="http://schemas.openxmlformats.org/officeDocument/2006/relationships/tags" Target="../tags/tag222.xml"/><Relationship Id="rId9" Type="http://schemas.openxmlformats.org/officeDocument/2006/relationships/tags" Target="../tags/tag223.xml"/><Relationship Id="rId10" Type="http://schemas.openxmlformats.org/officeDocument/2006/relationships/tags" Target="../tags/tag224.xml"/><Relationship Id="rId11" Type="http://schemas.openxmlformats.org/officeDocument/2006/relationships/tags" Target="../tags/tag225.xml"/><Relationship Id="rId12" Type="http://schemas.openxmlformats.org/officeDocument/2006/relationships/tags" Target="../tags/tag226.xml"/><Relationship Id="rId13" Type="http://schemas.openxmlformats.org/officeDocument/2006/relationships/tags" Target="../tags/tag227.xml"/><Relationship Id="rId14" Type="http://schemas.openxmlformats.org/officeDocument/2006/relationships/tags" Target="../tags/tag228.xml"/><Relationship Id="rId15" Type="http://schemas.openxmlformats.org/officeDocument/2006/relationships/tags" Target="../tags/tag229.xml"/><Relationship Id="rId16" Type="http://schemas.openxmlformats.org/officeDocument/2006/relationships/tags" Target="../tags/tag230.xml"/><Relationship Id="rId17" Type="http://schemas.openxmlformats.org/officeDocument/2006/relationships/tags" Target="../tags/tag231.xml"/><Relationship Id="rId18" Type="http://schemas.openxmlformats.org/officeDocument/2006/relationships/tags" Target="../tags/tag232.xml"/><Relationship Id="rId19" Type="http://schemas.openxmlformats.org/officeDocument/2006/relationships/tags" Target="../tags/tag233.xml"/><Relationship Id="rId20" Type="http://schemas.openxmlformats.org/officeDocument/2006/relationships/tags" Target="../tags/tag234.xml"/><Relationship Id="rId21" Type="http://schemas.openxmlformats.org/officeDocument/2006/relationships/tags" Target="../tags/tag235.xml"/><Relationship Id="rId22" Type="http://schemas.openxmlformats.org/officeDocument/2006/relationships/tags" Target="../tags/tag236.xml"/><Relationship Id="rId23" Type="http://schemas.openxmlformats.org/officeDocument/2006/relationships/tags" Target="../tags/tag237.xml"/><Relationship Id="rId24" Type="http://schemas.openxmlformats.org/officeDocument/2006/relationships/slideMaster" Target="../slideMasters/slideMaster1.xml"/><Relationship Id="rId25" Type="http://schemas.openxmlformats.org/officeDocument/2006/relationships/image" Target="../media/image1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3.vml"/><Relationship Id="rId2" Type="http://schemas.openxmlformats.org/officeDocument/2006/relationships/tags" Target="../tags/tag238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3.bin"/><Relationship Id="rId5" Type="http://schemas.openxmlformats.org/officeDocument/2006/relationships/image" Target="../media/image6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239.xml"/><Relationship Id="rId2" Type="http://schemas.openxmlformats.org/officeDocument/2006/relationships/tags" Target="../tags/tag240.xml"/><Relationship Id="rId3" Type="http://schemas.openxmlformats.org/officeDocument/2006/relationships/tags" Target="../tags/tag241.xml"/><Relationship Id="rId4" Type="http://schemas.openxmlformats.org/officeDocument/2006/relationships/tags" Target="../tags/tag242.xml"/><Relationship Id="rId5" Type="http://schemas.openxmlformats.org/officeDocument/2006/relationships/tags" Target="../tags/tag243.xml"/><Relationship Id="rId6" Type="http://schemas.openxmlformats.org/officeDocument/2006/relationships/tags" Target="../tags/tag244.xml"/><Relationship Id="rId7" Type="http://schemas.openxmlformats.org/officeDocument/2006/relationships/tags" Target="../tags/tag245.xml"/><Relationship Id="rId8" Type="http://schemas.openxmlformats.org/officeDocument/2006/relationships/tags" Target="../tags/tag246.xml"/><Relationship Id="rId9" Type="http://schemas.openxmlformats.org/officeDocument/2006/relationships/tags" Target="../tags/tag247.xml"/><Relationship Id="rId10" Type="http://schemas.openxmlformats.org/officeDocument/2006/relationships/tags" Target="../tags/tag248.xml"/><Relationship Id="rId11" Type="http://schemas.openxmlformats.org/officeDocument/2006/relationships/tags" Target="../tags/tag249.xml"/><Relationship Id="rId12" Type="http://schemas.openxmlformats.org/officeDocument/2006/relationships/tags" Target="../tags/tag250.xml"/><Relationship Id="rId13" Type="http://schemas.openxmlformats.org/officeDocument/2006/relationships/tags" Target="../tags/tag251.xml"/><Relationship Id="rId14" Type="http://schemas.openxmlformats.org/officeDocument/2006/relationships/tags" Target="../tags/tag252.xml"/><Relationship Id="rId15" Type="http://schemas.openxmlformats.org/officeDocument/2006/relationships/tags" Target="../tags/tag253.xml"/><Relationship Id="rId16" Type="http://schemas.openxmlformats.org/officeDocument/2006/relationships/tags" Target="../tags/tag254.xml"/><Relationship Id="rId17" Type="http://schemas.openxmlformats.org/officeDocument/2006/relationships/tags" Target="../tags/tag255.xml"/><Relationship Id="rId18" Type="http://schemas.openxmlformats.org/officeDocument/2006/relationships/tags" Target="../tags/tag256.xml"/><Relationship Id="rId19" Type="http://schemas.openxmlformats.org/officeDocument/2006/relationships/tags" Target="../tags/tag257.xml"/><Relationship Id="rId20" Type="http://schemas.openxmlformats.org/officeDocument/2006/relationships/tags" Target="../tags/tag258.xml"/><Relationship Id="rId21" Type="http://schemas.openxmlformats.org/officeDocument/2006/relationships/tags" Target="../tags/tag259.xml"/><Relationship Id="rId22" Type="http://schemas.openxmlformats.org/officeDocument/2006/relationships/tags" Target="../tags/tag260.xml"/><Relationship Id="rId23" Type="http://schemas.openxmlformats.org/officeDocument/2006/relationships/slideMaster" Target="../slideMasters/slideMaster1.xml"/><Relationship Id="rId24" Type="http://schemas.openxmlformats.org/officeDocument/2006/relationships/image" Target="../media/image1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261.xml"/><Relationship Id="rId2" Type="http://schemas.openxmlformats.org/officeDocument/2006/relationships/tags" Target="../tags/tag262.xml"/><Relationship Id="rId3" Type="http://schemas.openxmlformats.org/officeDocument/2006/relationships/tags" Target="../tags/tag263.xml"/><Relationship Id="rId4" Type="http://schemas.openxmlformats.org/officeDocument/2006/relationships/tags" Target="../tags/tag264.xml"/><Relationship Id="rId5" Type="http://schemas.openxmlformats.org/officeDocument/2006/relationships/tags" Target="../tags/tag265.xml"/><Relationship Id="rId6" Type="http://schemas.openxmlformats.org/officeDocument/2006/relationships/tags" Target="../tags/tag266.xml"/><Relationship Id="rId7" Type="http://schemas.openxmlformats.org/officeDocument/2006/relationships/tags" Target="../tags/tag267.xml"/><Relationship Id="rId8" Type="http://schemas.openxmlformats.org/officeDocument/2006/relationships/tags" Target="../tags/tag268.xml"/><Relationship Id="rId9" Type="http://schemas.openxmlformats.org/officeDocument/2006/relationships/tags" Target="../tags/tag269.xml"/><Relationship Id="rId10" Type="http://schemas.openxmlformats.org/officeDocument/2006/relationships/tags" Target="../tags/tag270.xml"/><Relationship Id="rId11" Type="http://schemas.openxmlformats.org/officeDocument/2006/relationships/tags" Target="../tags/tag271.xml"/><Relationship Id="rId12" Type="http://schemas.openxmlformats.org/officeDocument/2006/relationships/tags" Target="../tags/tag272.xml"/><Relationship Id="rId13" Type="http://schemas.openxmlformats.org/officeDocument/2006/relationships/tags" Target="../tags/tag273.xml"/><Relationship Id="rId14" Type="http://schemas.openxmlformats.org/officeDocument/2006/relationships/tags" Target="../tags/tag274.xml"/><Relationship Id="rId15" Type="http://schemas.openxmlformats.org/officeDocument/2006/relationships/tags" Target="../tags/tag275.xml"/><Relationship Id="rId16" Type="http://schemas.openxmlformats.org/officeDocument/2006/relationships/tags" Target="../tags/tag276.xml"/><Relationship Id="rId17" Type="http://schemas.openxmlformats.org/officeDocument/2006/relationships/tags" Target="../tags/tag277.xml"/><Relationship Id="rId18" Type="http://schemas.openxmlformats.org/officeDocument/2006/relationships/tags" Target="../tags/tag278.xml"/><Relationship Id="rId19" Type="http://schemas.openxmlformats.org/officeDocument/2006/relationships/tags" Target="../tags/tag279.xml"/><Relationship Id="rId20" Type="http://schemas.openxmlformats.org/officeDocument/2006/relationships/tags" Target="../tags/tag280.xml"/><Relationship Id="rId21" Type="http://schemas.openxmlformats.org/officeDocument/2006/relationships/tags" Target="../tags/tag281.xml"/><Relationship Id="rId22" Type="http://schemas.openxmlformats.org/officeDocument/2006/relationships/tags" Target="../tags/tag282.xml"/><Relationship Id="rId23" Type="http://schemas.openxmlformats.org/officeDocument/2006/relationships/slideMaster" Target="../slideMasters/slideMaster1.xml"/><Relationship Id="rId24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4.vml"/><Relationship Id="rId2" Type="http://schemas.openxmlformats.org/officeDocument/2006/relationships/tags" Target="../tags/tag283.xml"/><Relationship Id="rId3" Type="http://schemas.openxmlformats.org/officeDocument/2006/relationships/tags" Target="../tags/tag284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4.bin"/><Relationship Id="rId6" Type="http://schemas.openxmlformats.org/officeDocument/2006/relationships/image" Target="../media/image2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85.xml"/><Relationship Id="rId2" Type="http://schemas.openxmlformats.org/officeDocument/2006/relationships/tags" Target="../tags/tag286.xml"/><Relationship Id="rId3" Type="http://schemas.openxmlformats.org/officeDocument/2006/relationships/tags" Target="../tags/tag287.xml"/><Relationship Id="rId4" Type="http://schemas.openxmlformats.org/officeDocument/2006/relationships/tags" Target="../tags/tag288.xml"/><Relationship Id="rId5" Type="http://schemas.openxmlformats.org/officeDocument/2006/relationships/tags" Target="../tags/tag289.xml"/><Relationship Id="rId6" Type="http://schemas.openxmlformats.org/officeDocument/2006/relationships/tags" Target="../tags/tag290.xml"/><Relationship Id="rId7" Type="http://schemas.openxmlformats.org/officeDocument/2006/relationships/tags" Target="../tags/tag291.xml"/><Relationship Id="rId8" Type="http://schemas.openxmlformats.org/officeDocument/2006/relationships/tags" Target="../tags/tag292.xml"/><Relationship Id="rId9" Type="http://schemas.openxmlformats.org/officeDocument/2006/relationships/tags" Target="../tags/tag293.xml"/><Relationship Id="rId10" Type="http://schemas.openxmlformats.org/officeDocument/2006/relationships/tags" Target="../tags/tag294.xml"/><Relationship Id="rId11" Type="http://schemas.openxmlformats.org/officeDocument/2006/relationships/tags" Target="../tags/tag295.xml"/><Relationship Id="rId12" Type="http://schemas.openxmlformats.org/officeDocument/2006/relationships/tags" Target="../tags/tag296.xml"/><Relationship Id="rId13" Type="http://schemas.openxmlformats.org/officeDocument/2006/relationships/tags" Target="../tags/tag297.xml"/><Relationship Id="rId14" Type="http://schemas.openxmlformats.org/officeDocument/2006/relationships/tags" Target="../tags/tag298.xml"/><Relationship Id="rId15" Type="http://schemas.openxmlformats.org/officeDocument/2006/relationships/tags" Target="../tags/tag299.xml"/><Relationship Id="rId16" Type="http://schemas.openxmlformats.org/officeDocument/2006/relationships/tags" Target="../tags/tag300.xml"/><Relationship Id="rId17" Type="http://schemas.openxmlformats.org/officeDocument/2006/relationships/tags" Target="../tags/tag301.xml"/><Relationship Id="rId18" Type="http://schemas.openxmlformats.org/officeDocument/2006/relationships/tags" Target="../tags/tag302.xml"/><Relationship Id="rId19" Type="http://schemas.openxmlformats.org/officeDocument/2006/relationships/tags" Target="../tags/tag303.xml"/><Relationship Id="rId20" Type="http://schemas.openxmlformats.org/officeDocument/2006/relationships/tags" Target="../tags/tag304.xml"/><Relationship Id="rId21" Type="http://schemas.openxmlformats.org/officeDocument/2006/relationships/tags" Target="../tags/tag305.xml"/><Relationship Id="rId22" Type="http://schemas.openxmlformats.org/officeDocument/2006/relationships/tags" Target="../tags/tag306.xml"/><Relationship Id="rId23" Type="http://schemas.openxmlformats.org/officeDocument/2006/relationships/slideMaster" Target="../slideMasters/slideMaster1.xml"/><Relationship Id="rId24" Type="http://schemas.openxmlformats.org/officeDocument/2006/relationships/image" Target="../media/image1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307.xml"/><Relationship Id="rId2" Type="http://schemas.openxmlformats.org/officeDocument/2006/relationships/tags" Target="../tags/tag308.xml"/><Relationship Id="rId3" Type="http://schemas.openxmlformats.org/officeDocument/2006/relationships/tags" Target="../tags/tag309.xml"/><Relationship Id="rId4" Type="http://schemas.openxmlformats.org/officeDocument/2006/relationships/tags" Target="../tags/tag310.xml"/><Relationship Id="rId5" Type="http://schemas.openxmlformats.org/officeDocument/2006/relationships/tags" Target="../tags/tag311.xml"/><Relationship Id="rId6" Type="http://schemas.openxmlformats.org/officeDocument/2006/relationships/tags" Target="../tags/tag312.xml"/><Relationship Id="rId7" Type="http://schemas.openxmlformats.org/officeDocument/2006/relationships/tags" Target="../tags/tag313.xml"/><Relationship Id="rId8" Type="http://schemas.openxmlformats.org/officeDocument/2006/relationships/tags" Target="../tags/tag314.xml"/><Relationship Id="rId9" Type="http://schemas.openxmlformats.org/officeDocument/2006/relationships/tags" Target="../tags/tag315.xml"/><Relationship Id="rId10" Type="http://schemas.openxmlformats.org/officeDocument/2006/relationships/tags" Target="../tags/tag316.xml"/><Relationship Id="rId11" Type="http://schemas.openxmlformats.org/officeDocument/2006/relationships/tags" Target="../tags/tag317.xml"/><Relationship Id="rId12" Type="http://schemas.openxmlformats.org/officeDocument/2006/relationships/tags" Target="../tags/tag318.xml"/><Relationship Id="rId13" Type="http://schemas.openxmlformats.org/officeDocument/2006/relationships/tags" Target="../tags/tag319.xml"/><Relationship Id="rId14" Type="http://schemas.openxmlformats.org/officeDocument/2006/relationships/tags" Target="../tags/tag320.xml"/><Relationship Id="rId15" Type="http://schemas.openxmlformats.org/officeDocument/2006/relationships/tags" Target="../tags/tag321.xml"/><Relationship Id="rId16" Type="http://schemas.openxmlformats.org/officeDocument/2006/relationships/tags" Target="../tags/tag322.xml"/><Relationship Id="rId17" Type="http://schemas.openxmlformats.org/officeDocument/2006/relationships/tags" Target="../tags/tag323.xml"/><Relationship Id="rId18" Type="http://schemas.openxmlformats.org/officeDocument/2006/relationships/tags" Target="../tags/tag324.xml"/><Relationship Id="rId19" Type="http://schemas.openxmlformats.org/officeDocument/2006/relationships/tags" Target="../tags/tag325.xml"/><Relationship Id="rId20" Type="http://schemas.openxmlformats.org/officeDocument/2006/relationships/tags" Target="../tags/tag326.xml"/><Relationship Id="rId21" Type="http://schemas.openxmlformats.org/officeDocument/2006/relationships/tags" Target="../tags/tag327.xml"/><Relationship Id="rId22" Type="http://schemas.openxmlformats.org/officeDocument/2006/relationships/tags" Target="../tags/tag328.xml"/><Relationship Id="rId23" Type="http://schemas.openxmlformats.org/officeDocument/2006/relationships/slideMaster" Target="../slideMasters/slideMaster1.xml"/><Relationship Id="rId24" Type="http://schemas.openxmlformats.org/officeDocument/2006/relationships/image" Target="../media/image1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jpe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6.vml"/><Relationship Id="rId2" Type="http://schemas.openxmlformats.org/officeDocument/2006/relationships/tags" Target="../tags/tag352.xml"/><Relationship Id="rId3" Type="http://schemas.openxmlformats.org/officeDocument/2006/relationships/tags" Target="../tags/tag353.xml"/><Relationship Id="rId4" Type="http://schemas.openxmlformats.org/officeDocument/2006/relationships/slideMaster" Target="../slideMasters/slideMaster4.xml"/><Relationship Id="rId5" Type="http://schemas.openxmlformats.org/officeDocument/2006/relationships/oleObject" Target="../embeddings/oleObject16.bin"/><Relationship Id="rId6" Type="http://schemas.openxmlformats.org/officeDocument/2006/relationships/image" Target="../media/image2.emf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7.vml"/><Relationship Id="rId2" Type="http://schemas.openxmlformats.org/officeDocument/2006/relationships/tags" Target="../tags/tag354.xml"/><Relationship Id="rId3" Type="http://schemas.openxmlformats.org/officeDocument/2006/relationships/tags" Target="../tags/tag355.xml"/><Relationship Id="rId4" Type="http://schemas.openxmlformats.org/officeDocument/2006/relationships/tags" Target="../tags/tag356.xml"/><Relationship Id="rId5" Type="http://schemas.openxmlformats.org/officeDocument/2006/relationships/tags" Target="../tags/tag357.xml"/><Relationship Id="rId6" Type="http://schemas.openxmlformats.org/officeDocument/2006/relationships/tags" Target="../tags/tag358.xml"/><Relationship Id="rId7" Type="http://schemas.openxmlformats.org/officeDocument/2006/relationships/tags" Target="../tags/tag359.xml"/><Relationship Id="rId8" Type="http://schemas.openxmlformats.org/officeDocument/2006/relationships/tags" Target="../tags/tag360.xml"/><Relationship Id="rId9" Type="http://schemas.openxmlformats.org/officeDocument/2006/relationships/tags" Target="../tags/tag361.xml"/><Relationship Id="rId10" Type="http://schemas.openxmlformats.org/officeDocument/2006/relationships/tags" Target="../tags/tag362.xml"/><Relationship Id="rId11" Type="http://schemas.openxmlformats.org/officeDocument/2006/relationships/tags" Target="../tags/tag363.xml"/><Relationship Id="rId12" Type="http://schemas.openxmlformats.org/officeDocument/2006/relationships/tags" Target="../tags/tag364.xml"/><Relationship Id="rId13" Type="http://schemas.openxmlformats.org/officeDocument/2006/relationships/tags" Target="../tags/tag365.xml"/><Relationship Id="rId14" Type="http://schemas.openxmlformats.org/officeDocument/2006/relationships/tags" Target="../tags/tag366.xml"/><Relationship Id="rId15" Type="http://schemas.openxmlformats.org/officeDocument/2006/relationships/tags" Target="../tags/tag367.xml"/><Relationship Id="rId16" Type="http://schemas.openxmlformats.org/officeDocument/2006/relationships/tags" Target="../tags/tag368.xml"/><Relationship Id="rId17" Type="http://schemas.openxmlformats.org/officeDocument/2006/relationships/tags" Target="../tags/tag369.xml"/><Relationship Id="rId18" Type="http://schemas.openxmlformats.org/officeDocument/2006/relationships/tags" Target="../tags/tag370.xml"/><Relationship Id="rId19" Type="http://schemas.openxmlformats.org/officeDocument/2006/relationships/tags" Target="../tags/tag371.xml"/><Relationship Id="rId20" Type="http://schemas.openxmlformats.org/officeDocument/2006/relationships/tags" Target="../tags/tag372.xml"/><Relationship Id="rId21" Type="http://schemas.openxmlformats.org/officeDocument/2006/relationships/tags" Target="../tags/tag373.xml"/><Relationship Id="rId22" Type="http://schemas.openxmlformats.org/officeDocument/2006/relationships/tags" Target="../tags/tag374.xml"/><Relationship Id="rId23" Type="http://schemas.openxmlformats.org/officeDocument/2006/relationships/tags" Target="../tags/tag375.xml"/><Relationship Id="rId24" Type="http://schemas.openxmlformats.org/officeDocument/2006/relationships/tags" Target="../tags/tag376.xml"/><Relationship Id="rId25" Type="http://schemas.openxmlformats.org/officeDocument/2006/relationships/tags" Target="../tags/tag377.xml"/><Relationship Id="rId26" Type="http://schemas.openxmlformats.org/officeDocument/2006/relationships/tags" Target="../tags/tag378.xml"/><Relationship Id="rId27" Type="http://schemas.openxmlformats.org/officeDocument/2006/relationships/tags" Target="../tags/tag379.xml"/><Relationship Id="rId28" Type="http://schemas.openxmlformats.org/officeDocument/2006/relationships/slideMaster" Target="../slideMasters/slideMaster4.xml"/><Relationship Id="rId29" Type="http://schemas.openxmlformats.org/officeDocument/2006/relationships/image" Target="../media/image1.emf"/><Relationship Id="rId30" Type="http://schemas.openxmlformats.org/officeDocument/2006/relationships/oleObject" Target="../embeddings/oleObject17.bin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8.vml"/><Relationship Id="rId2" Type="http://schemas.openxmlformats.org/officeDocument/2006/relationships/tags" Target="../tags/tag380.xml"/><Relationship Id="rId3" Type="http://schemas.openxmlformats.org/officeDocument/2006/relationships/tags" Target="../tags/tag381.xml"/><Relationship Id="rId4" Type="http://schemas.openxmlformats.org/officeDocument/2006/relationships/tags" Target="../tags/tag382.xml"/><Relationship Id="rId5" Type="http://schemas.openxmlformats.org/officeDocument/2006/relationships/tags" Target="../tags/tag383.xml"/><Relationship Id="rId6" Type="http://schemas.openxmlformats.org/officeDocument/2006/relationships/tags" Target="../tags/tag384.xml"/><Relationship Id="rId7" Type="http://schemas.openxmlformats.org/officeDocument/2006/relationships/tags" Target="../tags/tag385.xml"/><Relationship Id="rId8" Type="http://schemas.openxmlformats.org/officeDocument/2006/relationships/tags" Target="../tags/tag386.xml"/><Relationship Id="rId9" Type="http://schemas.openxmlformats.org/officeDocument/2006/relationships/tags" Target="../tags/tag387.xml"/><Relationship Id="rId10" Type="http://schemas.openxmlformats.org/officeDocument/2006/relationships/tags" Target="../tags/tag388.xml"/><Relationship Id="rId11" Type="http://schemas.openxmlformats.org/officeDocument/2006/relationships/tags" Target="../tags/tag389.xml"/><Relationship Id="rId12" Type="http://schemas.openxmlformats.org/officeDocument/2006/relationships/tags" Target="../tags/tag390.xml"/><Relationship Id="rId13" Type="http://schemas.openxmlformats.org/officeDocument/2006/relationships/tags" Target="../tags/tag391.xml"/><Relationship Id="rId14" Type="http://schemas.openxmlformats.org/officeDocument/2006/relationships/tags" Target="../tags/tag392.xml"/><Relationship Id="rId15" Type="http://schemas.openxmlformats.org/officeDocument/2006/relationships/tags" Target="../tags/tag393.xml"/><Relationship Id="rId16" Type="http://schemas.openxmlformats.org/officeDocument/2006/relationships/tags" Target="../tags/tag394.xml"/><Relationship Id="rId17" Type="http://schemas.openxmlformats.org/officeDocument/2006/relationships/tags" Target="../tags/tag395.xml"/><Relationship Id="rId18" Type="http://schemas.openxmlformats.org/officeDocument/2006/relationships/tags" Target="../tags/tag396.xml"/><Relationship Id="rId19" Type="http://schemas.openxmlformats.org/officeDocument/2006/relationships/tags" Target="../tags/tag397.xml"/><Relationship Id="rId20" Type="http://schemas.openxmlformats.org/officeDocument/2006/relationships/tags" Target="../tags/tag398.xml"/><Relationship Id="rId21" Type="http://schemas.openxmlformats.org/officeDocument/2006/relationships/tags" Target="../tags/tag399.xml"/><Relationship Id="rId22" Type="http://schemas.openxmlformats.org/officeDocument/2006/relationships/tags" Target="../tags/tag400.xml"/><Relationship Id="rId23" Type="http://schemas.openxmlformats.org/officeDocument/2006/relationships/tags" Target="../tags/tag401.xml"/><Relationship Id="rId24" Type="http://schemas.openxmlformats.org/officeDocument/2006/relationships/tags" Target="../tags/tag402.xml"/><Relationship Id="rId25" Type="http://schemas.openxmlformats.org/officeDocument/2006/relationships/tags" Target="../tags/tag403.xml"/><Relationship Id="rId26" Type="http://schemas.openxmlformats.org/officeDocument/2006/relationships/tags" Target="../tags/tag404.xml"/><Relationship Id="rId27" Type="http://schemas.openxmlformats.org/officeDocument/2006/relationships/slideMaster" Target="../slideMasters/slideMaster4.xml"/><Relationship Id="rId28" Type="http://schemas.openxmlformats.org/officeDocument/2006/relationships/image" Target="../media/image1.emf"/><Relationship Id="rId29" Type="http://schemas.openxmlformats.org/officeDocument/2006/relationships/oleObject" Target="../embeddings/oleObject18.bin"/><Relationship Id="rId30" Type="http://schemas.openxmlformats.org/officeDocument/2006/relationships/image" Target="../media/image3.emf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tags" Target="../tags/tag405.xml"/><Relationship Id="rId2" Type="http://schemas.openxmlformats.org/officeDocument/2006/relationships/tags" Target="../tags/tag406.xml"/><Relationship Id="rId3" Type="http://schemas.openxmlformats.org/officeDocument/2006/relationships/tags" Target="../tags/tag407.xml"/><Relationship Id="rId4" Type="http://schemas.openxmlformats.org/officeDocument/2006/relationships/tags" Target="../tags/tag408.xml"/><Relationship Id="rId5" Type="http://schemas.openxmlformats.org/officeDocument/2006/relationships/tags" Target="../tags/tag409.xml"/><Relationship Id="rId6" Type="http://schemas.openxmlformats.org/officeDocument/2006/relationships/tags" Target="../tags/tag410.xml"/><Relationship Id="rId7" Type="http://schemas.openxmlformats.org/officeDocument/2006/relationships/tags" Target="../tags/tag411.xml"/><Relationship Id="rId8" Type="http://schemas.openxmlformats.org/officeDocument/2006/relationships/tags" Target="../tags/tag412.xml"/><Relationship Id="rId9" Type="http://schemas.openxmlformats.org/officeDocument/2006/relationships/tags" Target="../tags/tag413.xml"/><Relationship Id="rId10" Type="http://schemas.openxmlformats.org/officeDocument/2006/relationships/tags" Target="../tags/tag414.xml"/><Relationship Id="rId11" Type="http://schemas.openxmlformats.org/officeDocument/2006/relationships/tags" Target="../tags/tag415.xml"/><Relationship Id="rId12" Type="http://schemas.openxmlformats.org/officeDocument/2006/relationships/tags" Target="../tags/tag416.xml"/><Relationship Id="rId13" Type="http://schemas.openxmlformats.org/officeDocument/2006/relationships/tags" Target="../tags/tag417.xml"/><Relationship Id="rId14" Type="http://schemas.openxmlformats.org/officeDocument/2006/relationships/tags" Target="../tags/tag418.xml"/><Relationship Id="rId15" Type="http://schemas.openxmlformats.org/officeDocument/2006/relationships/tags" Target="../tags/tag419.xml"/><Relationship Id="rId16" Type="http://schemas.openxmlformats.org/officeDocument/2006/relationships/tags" Target="../tags/tag420.xml"/><Relationship Id="rId17" Type="http://schemas.openxmlformats.org/officeDocument/2006/relationships/tags" Target="../tags/tag421.xml"/><Relationship Id="rId18" Type="http://schemas.openxmlformats.org/officeDocument/2006/relationships/tags" Target="../tags/tag422.xml"/><Relationship Id="rId19" Type="http://schemas.openxmlformats.org/officeDocument/2006/relationships/tags" Target="../tags/tag423.xml"/><Relationship Id="rId20" Type="http://schemas.openxmlformats.org/officeDocument/2006/relationships/tags" Target="../tags/tag424.xml"/><Relationship Id="rId21" Type="http://schemas.openxmlformats.org/officeDocument/2006/relationships/tags" Target="../tags/tag425.xml"/><Relationship Id="rId22" Type="http://schemas.openxmlformats.org/officeDocument/2006/relationships/tags" Target="../tags/tag426.xml"/><Relationship Id="rId23" Type="http://schemas.openxmlformats.org/officeDocument/2006/relationships/tags" Target="../tags/tag427.xml"/><Relationship Id="rId24" Type="http://schemas.openxmlformats.org/officeDocument/2006/relationships/tags" Target="../tags/tag428.xml"/><Relationship Id="rId25" Type="http://schemas.openxmlformats.org/officeDocument/2006/relationships/slideMaster" Target="../slideMasters/slideMaster4.xml"/><Relationship Id="rId26" Type="http://schemas.openxmlformats.org/officeDocument/2006/relationships/image" Target="../media/image1.emf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tags" Target="../tags/tag429.xml"/><Relationship Id="rId2" Type="http://schemas.openxmlformats.org/officeDocument/2006/relationships/tags" Target="../tags/tag430.xml"/><Relationship Id="rId3" Type="http://schemas.openxmlformats.org/officeDocument/2006/relationships/tags" Target="../tags/tag431.xml"/><Relationship Id="rId4" Type="http://schemas.openxmlformats.org/officeDocument/2006/relationships/tags" Target="../tags/tag432.xml"/><Relationship Id="rId5" Type="http://schemas.openxmlformats.org/officeDocument/2006/relationships/tags" Target="../tags/tag433.xml"/><Relationship Id="rId6" Type="http://schemas.openxmlformats.org/officeDocument/2006/relationships/tags" Target="../tags/tag434.xml"/><Relationship Id="rId7" Type="http://schemas.openxmlformats.org/officeDocument/2006/relationships/tags" Target="../tags/tag435.xml"/><Relationship Id="rId8" Type="http://schemas.openxmlformats.org/officeDocument/2006/relationships/tags" Target="../tags/tag436.xml"/><Relationship Id="rId9" Type="http://schemas.openxmlformats.org/officeDocument/2006/relationships/tags" Target="../tags/tag437.xml"/><Relationship Id="rId10" Type="http://schemas.openxmlformats.org/officeDocument/2006/relationships/tags" Target="../tags/tag438.xml"/><Relationship Id="rId11" Type="http://schemas.openxmlformats.org/officeDocument/2006/relationships/tags" Target="../tags/tag439.xml"/><Relationship Id="rId12" Type="http://schemas.openxmlformats.org/officeDocument/2006/relationships/tags" Target="../tags/tag440.xml"/><Relationship Id="rId13" Type="http://schemas.openxmlformats.org/officeDocument/2006/relationships/tags" Target="../tags/tag441.xml"/><Relationship Id="rId14" Type="http://schemas.openxmlformats.org/officeDocument/2006/relationships/tags" Target="../tags/tag442.xml"/><Relationship Id="rId15" Type="http://schemas.openxmlformats.org/officeDocument/2006/relationships/tags" Target="../tags/tag443.xml"/><Relationship Id="rId16" Type="http://schemas.openxmlformats.org/officeDocument/2006/relationships/tags" Target="../tags/tag444.xml"/><Relationship Id="rId17" Type="http://schemas.openxmlformats.org/officeDocument/2006/relationships/tags" Target="../tags/tag445.xml"/><Relationship Id="rId18" Type="http://schemas.openxmlformats.org/officeDocument/2006/relationships/tags" Target="../tags/tag446.xml"/><Relationship Id="rId19" Type="http://schemas.openxmlformats.org/officeDocument/2006/relationships/tags" Target="../tags/tag447.xml"/><Relationship Id="rId20" Type="http://schemas.openxmlformats.org/officeDocument/2006/relationships/tags" Target="../tags/tag448.xml"/><Relationship Id="rId21" Type="http://schemas.openxmlformats.org/officeDocument/2006/relationships/tags" Target="../tags/tag449.xml"/><Relationship Id="rId22" Type="http://schemas.openxmlformats.org/officeDocument/2006/relationships/tags" Target="../tags/tag450.xml"/><Relationship Id="rId23" Type="http://schemas.openxmlformats.org/officeDocument/2006/relationships/tags" Target="../tags/tag451.xml"/><Relationship Id="rId24" Type="http://schemas.openxmlformats.org/officeDocument/2006/relationships/tags" Target="../tags/tag452.xml"/><Relationship Id="rId25" Type="http://schemas.openxmlformats.org/officeDocument/2006/relationships/slideMaster" Target="../slideMasters/slideMaster4.xml"/><Relationship Id="rId26" Type="http://schemas.openxmlformats.org/officeDocument/2006/relationships/image" Target="../media/image1.emf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9.vml"/><Relationship Id="rId2" Type="http://schemas.openxmlformats.org/officeDocument/2006/relationships/tags" Target="../tags/tag453.xml"/><Relationship Id="rId3" Type="http://schemas.openxmlformats.org/officeDocument/2006/relationships/tags" Target="../tags/tag454.xml"/><Relationship Id="rId4" Type="http://schemas.openxmlformats.org/officeDocument/2006/relationships/tags" Target="../tags/tag455.xml"/><Relationship Id="rId5" Type="http://schemas.openxmlformats.org/officeDocument/2006/relationships/tags" Target="../tags/tag456.xml"/><Relationship Id="rId6" Type="http://schemas.openxmlformats.org/officeDocument/2006/relationships/tags" Target="../tags/tag457.xml"/><Relationship Id="rId7" Type="http://schemas.openxmlformats.org/officeDocument/2006/relationships/tags" Target="../tags/tag458.xml"/><Relationship Id="rId8" Type="http://schemas.openxmlformats.org/officeDocument/2006/relationships/tags" Target="../tags/tag459.xml"/><Relationship Id="rId9" Type="http://schemas.openxmlformats.org/officeDocument/2006/relationships/tags" Target="../tags/tag460.xml"/><Relationship Id="rId10" Type="http://schemas.openxmlformats.org/officeDocument/2006/relationships/tags" Target="../tags/tag461.xml"/><Relationship Id="rId11" Type="http://schemas.openxmlformats.org/officeDocument/2006/relationships/tags" Target="../tags/tag462.xml"/><Relationship Id="rId12" Type="http://schemas.openxmlformats.org/officeDocument/2006/relationships/slideMaster" Target="../slideMasters/slideMaster4.xml"/><Relationship Id="rId13" Type="http://schemas.openxmlformats.org/officeDocument/2006/relationships/oleObject" Target="../embeddings/oleObject19.bin"/><Relationship Id="rId14" Type="http://schemas.openxmlformats.org/officeDocument/2006/relationships/image" Target="../media/image1.emf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0.vml"/><Relationship Id="rId2" Type="http://schemas.openxmlformats.org/officeDocument/2006/relationships/tags" Target="../tags/tag463.xml"/><Relationship Id="rId3" Type="http://schemas.openxmlformats.org/officeDocument/2006/relationships/tags" Target="../tags/tag464.xml"/><Relationship Id="rId4" Type="http://schemas.openxmlformats.org/officeDocument/2006/relationships/tags" Target="../tags/tag465.xml"/><Relationship Id="rId5" Type="http://schemas.openxmlformats.org/officeDocument/2006/relationships/tags" Target="../tags/tag466.xml"/><Relationship Id="rId6" Type="http://schemas.openxmlformats.org/officeDocument/2006/relationships/tags" Target="../tags/tag467.xml"/><Relationship Id="rId7" Type="http://schemas.openxmlformats.org/officeDocument/2006/relationships/tags" Target="../tags/tag468.xml"/><Relationship Id="rId8" Type="http://schemas.openxmlformats.org/officeDocument/2006/relationships/tags" Target="../tags/tag469.xml"/><Relationship Id="rId9" Type="http://schemas.openxmlformats.org/officeDocument/2006/relationships/tags" Target="../tags/tag470.xml"/><Relationship Id="rId10" Type="http://schemas.openxmlformats.org/officeDocument/2006/relationships/tags" Target="../tags/tag471.xml"/><Relationship Id="rId11" Type="http://schemas.openxmlformats.org/officeDocument/2006/relationships/tags" Target="../tags/tag472.xml"/><Relationship Id="rId12" Type="http://schemas.openxmlformats.org/officeDocument/2006/relationships/slideMaster" Target="../slideMasters/slideMaster4.xml"/><Relationship Id="rId13" Type="http://schemas.openxmlformats.org/officeDocument/2006/relationships/oleObject" Target="../embeddings/oleObject20.bin"/><Relationship Id="rId14" Type="http://schemas.openxmlformats.org/officeDocument/2006/relationships/image" Target="../media/image1.emf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1.vml"/><Relationship Id="rId2" Type="http://schemas.openxmlformats.org/officeDocument/2006/relationships/tags" Target="../tags/tag473.xml"/><Relationship Id="rId3" Type="http://schemas.openxmlformats.org/officeDocument/2006/relationships/tags" Target="../tags/tag474.xml"/><Relationship Id="rId4" Type="http://schemas.openxmlformats.org/officeDocument/2006/relationships/tags" Target="../tags/tag475.xml"/><Relationship Id="rId5" Type="http://schemas.openxmlformats.org/officeDocument/2006/relationships/tags" Target="../tags/tag476.xml"/><Relationship Id="rId6" Type="http://schemas.openxmlformats.org/officeDocument/2006/relationships/tags" Target="../tags/tag477.xml"/><Relationship Id="rId7" Type="http://schemas.openxmlformats.org/officeDocument/2006/relationships/tags" Target="../tags/tag478.xml"/><Relationship Id="rId8" Type="http://schemas.openxmlformats.org/officeDocument/2006/relationships/tags" Target="../tags/tag479.xml"/><Relationship Id="rId9" Type="http://schemas.openxmlformats.org/officeDocument/2006/relationships/tags" Target="../tags/tag480.xml"/><Relationship Id="rId10" Type="http://schemas.openxmlformats.org/officeDocument/2006/relationships/tags" Target="../tags/tag481.xml"/><Relationship Id="rId11" Type="http://schemas.openxmlformats.org/officeDocument/2006/relationships/tags" Target="../tags/tag482.xml"/><Relationship Id="rId12" Type="http://schemas.openxmlformats.org/officeDocument/2006/relationships/tags" Target="../tags/tag483.xml"/><Relationship Id="rId13" Type="http://schemas.openxmlformats.org/officeDocument/2006/relationships/slideMaster" Target="../slideMasters/slideMaster4.xml"/><Relationship Id="rId14" Type="http://schemas.openxmlformats.org/officeDocument/2006/relationships/oleObject" Target="../embeddings/oleObject21.bin"/><Relationship Id="rId15" Type="http://schemas.openxmlformats.org/officeDocument/2006/relationships/image" Target="../media/image1.emf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2.vml"/><Relationship Id="rId2" Type="http://schemas.openxmlformats.org/officeDocument/2006/relationships/tags" Target="../tags/tag484.xml"/><Relationship Id="rId3" Type="http://schemas.openxmlformats.org/officeDocument/2006/relationships/tags" Target="../tags/tag485.xml"/><Relationship Id="rId4" Type="http://schemas.openxmlformats.org/officeDocument/2006/relationships/tags" Target="../tags/tag486.xml"/><Relationship Id="rId5" Type="http://schemas.openxmlformats.org/officeDocument/2006/relationships/tags" Target="../tags/tag487.xml"/><Relationship Id="rId6" Type="http://schemas.openxmlformats.org/officeDocument/2006/relationships/tags" Target="../tags/tag488.xml"/><Relationship Id="rId7" Type="http://schemas.openxmlformats.org/officeDocument/2006/relationships/tags" Target="../tags/tag489.xml"/><Relationship Id="rId8" Type="http://schemas.openxmlformats.org/officeDocument/2006/relationships/tags" Target="../tags/tag490.xml"/><Relationship Id="rId9" Type="http://schemas.openxmlformats.org/officeDocument/2006/relationships/tags" Target="../tags/tag491.xml"/><Relationship Id="rId10" Type="http://schemas.openxmlformats.org/officeDocument/2006/relationships/tags" Target="../tags/tag492.xml"/><Relationship Id="rId11" Type="http://schemas.openxmlformats.org/officeDocument/2006/relationships/tags" Target="../tags/tag493.xml"/><Relationship Id="rId12" Type="http://schemas.openxmlformats.org/officeDocument/2006/relationships/tags" Target="../tags/tag494.xml"/><Relationship Id="rId13" Type="http://schemas.openxmlformats.org/officeDocument/2006/relationships/slideMaster" Target="../slideMasters/slideMaster4.xml"/><Relationship Id="rId14" Type="http://schemas.openxmlformats.org/officeDocument/2006/relationships/oleObject" Target="../embeddings/oleObject22.bin"/><Relationship Id="rId15" Type="http://schemas.openxmlformats.org/officeDocument/2006/relationships/image" Target="../media/image1.emf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3.vml"/><Relationship Id="rId2" Type="http://schemas.openxmlformats.org/officeDocument/2006/relationships/tags" Target="../tags/tag495.xml"/><Relationship Id="rId3" Type="http://schemas.openxmlformats.org/officeDocument/2006/relationships/tags" Target="../tags/tag496.xml"/><Relationship Id="rId4" Type="http://schemas.openxmlformats.org/officeDocument/2006/relationships/tags" Target="../tags/tag497.xml"/><Relationship Id="rId5" Type="http://schemas.openxmlformats.org/officeDocument/2006/relationships/tags" Target="../tags/tag498.xml"/><Relationship Id="rId6" Type="http://schemas.openxmlformats.org/officeDocument/2006/relationships/tags" Target="../tags/tag499.xml"/><Relationship Id="rId7" Type="http://schemas.openxmlformats.org/officeDocument/2006/relationships/tags" Target="../tags/tag500.xml"/><Relationship Id="rId8" Type="http://schemas.openxmlformats.org/officeDocument/2006/relationships/tags" Target="../tags/tag501.xml"/><Relationship Id="rId9" Type="http://schemas.openxmlformats.org/officeDocument/2006/relationships/tags" Target="../tags/tag502.xml"/><Relationship Id="rId10" Type="http://schemas.openxmlformats.org/officeDocument/2006/relationships/tags" Target="../tags/tag503.xml"/><Relationship Id="rId11" Type="http://schemas.openxmlformats.org/officeDocument/2006/relationships/tags" Target="../tags/tag504.xml"/><Relationship Id="rId12" Type="http://schemas.openxmlformats.org/officeDocument/2006/relationships/tags" Target="../tags/tag505.xml"/><Relationship Id="rId13" Type="http://schemas.openxmlformats.org/officeDocument/2006/relationships/slideMaster" Target="../slideMasters/slideMaster4.xml"/><Relationship Id="rId14" Type="http://schemas.openxmlformats.org/officeDocument/2006/relationships/oleObject" Target="../embeddings/oleObject23.bin"/><Relationship Id="rId15" Type="http://schemas.openxmlformats.org/officeDocument/2006/relationships/image" Target="../media/image4.emf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4.vml"/><Relationship Id="rId2" Type="http://schemas.openxmlformats.org/officeDocument/2006/relationships/tags" Target="../tags/tag506.xml"/><Relationship Id="rId3" Type="http://schemas.openxmlformats.org/officeDocument/2006/relationships/tags" Target="../tags/tag507.xml"/><Relationship Id="rId4" Type="http://schemas.openxmlformats.org/officeDocument/2006/relationships/tags" Target="../tags/tag508.xml"/><Relationship Id="rId5" Type="http://schemas.openxmlformats.org/officeDocument/2006/relationships/tags" Target="../tags/tag509.xml"/><Relationship Id="rId6" Type="http://schemas.openxmlformats.org/officeDocument/2006/relationships/tags" Target="../tags/tag510.xml"/><Relationship Id="rId7" Type="http://schemas.openxmlformats.org/officeDocument/2006/relationships/tags" Target="../tags/tag511.xml"/><Relationship Id="rId8" Type="http://schemas.openxmlformats.org/officeDocument/2006/relationships/tags" Target="../tags/tag512.xml"/><Relationship Id="rId9" Type="http://schemas.openxmlformats.org/officeDocument/2006/relationships/tags" Target="../tags/tag513.xml"/><Relationship Id="rId10" Type="http://schemas.openxmlformats.org/officeDocument/2006/relationships/tags" Target="../tags/tag514.xml"/><Relationship Id="rId11" Type="http://schemas.openxmlformats.org/officeDocument/2006/relationships/tags" Target="../tags/tag515.xml"/><Relationship Id="rId12" Type="http://schemas.openxmlformats.org/officeDocument/2006/relationships/slideMaster" Target="../slideMasters/slideMaster4.xml"/><Relationship Id="rId13" Type="http://schemas.openxmlformats.org/officeDocument/2006/relationships/oleObject" Target="../embeddings/oleObject24.bin"/><Relationship Id="rId14" Type="http://schemas.openxmlformats.org/officeDocument/2006/relationships/image" Target="../media/image1.emf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5.vml"/><Relationship Id="rId2" Type="http://schemas.openxmlformats.org/officeDocument/2006/relationships/tags" Target="../tags/tag516.xml"/><Relationship Id="rId3" Type="http://schemas.openxmlformats.org/officeDocument/2006/relationships/tags" Target="../tags/tag517.xml"/><Relationship Id="rId4" Type="http://schemas.openxmlformats.org/officeDocument/2006/relationships/slideMaster" Target="../slideMasters/slideMaster4.xml"/><Relationship Id="rId5" Type="http://schemas.openxmlformats.org/officeDocument/2006/relationships/oleObject" Target="../embeddings/oleObject25.bin"/><Relationship Id="rId6" Type="http://schemas.openxmlformats.org/officeDocument/2006/relationships/image" Target="../media/image2.emf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6.vml"/><Relationship Id="rId2" Type="http://schemas.openxmlformats.org/officeDocument/2006/relationships/tags" Target="../tags/tag518.xml"/><Relationship Id="rId3" Type="http://schemas.openxmlformats.org/officeDocument/2006/relationships/tags" Target="../tags/tag519.xml"/><Relationship Id="rId4" Type="http://schemas.openxmlformats.org/officeDocument/2006/relationships/tags" Target="../tags/tag520.xml"/><Relationship Id="rId5" Type="http://schemas.openxmlformats.org/officeDocument/2006/relationships/tags" Target="../tags/tag521.xml"/><Relationship Id="rId6" Type="http://schemas.openxmlformats.org/officeDocument/2006/relationships/tags" Target="../tags/tag522.xml"/><Relationship Id="rId7" Type="http://schemas.openxmlformats.org/officeDocument/2006/relationships/tags" Target="../tags/tag523.xml"/><Relationship Id="rId8" Type="http://schemas.openxmlformats.org/officeDocument/2006/relationships/tags" Target="../tags/tag524.xml"/><Relationship Id="rId9" Type="http://schemas.openxmlformats.org/officeDocument/2006/relationships/tags" Target="../tags/tag525.xml"/><Relationship Id="rId10" Type="http://schemas.openxmlformats.org/officeDocument/2006/relationships/tags" Target="../tags/tag526.xml"/><Relationship Id="rId11" Type="http://schemas.openxmlformats.org/officeDocument/2006/relationships/tags" Target="../tags/tag527.xml"/><Relationship Id="rId12" Type="http://schemas.openxmlformats.org/officeDocument/2006/relationships/tags" Target="../tags/tag528.xml"/><Relationship Id="rId13" Type="http://schemas.openxmlformats.org/officeDocument/2006/relationships/tags" Target="../tags/tag529.xml"/><Relationship Id="rId14" Type="http://schemas.openxmlformats.org/officeDocument/2006/relationships/tags" Target="../tags/tag530.xml"/><Relationship Id="rId15" Type="http://schemas.openxmlformats.org/officeDocument/2006/relationships/tags" Target="../tags/tag531.xml"/><Relationship Id="rId16" Type="http://schemas.openxmlformats.org/officeDocument/2006/relationships/tags" Target="../tags/tag532.xml"/><Relationship Id="rId17" Type="http://schemas.openxmlformats.org/officeDocument/2006/relationships/tags" Target="../tags/tag533.xml"/><Relationship Id="rId18" Type="http://schemas.openxmlformats.org/officeDocument/2006/relationships/tags" Target="../tags/tag534.xml"/><Relationship Id="rId19" Type="http://schemas.openxmlformats.org/officeDocument/2006/relationships/tags" Target="../tags/tag535.xml"/><Relationship Id="rId20" Type="http://schemas.openxmlformats.org/officeDocument/2006/relationships/tags" Target="../tags/tag536.xml"/><Relationship Id="rId21" Type="http://schemas.openxmlformats.org/officeDocument/2006/relationships/tags" Target="../tags/tag537.xml"/><Relationship Id="rId22" Type="http://schemas.openxmlformats.org/officeDocument/2006/relationships/tags" Target="../tags/tag538.xml"/><Relationship Id="rId23" Type="http://schemas.openxmlformats.org/officeDocument/2006/relationships/tags" Target="../tags/tag539.xml"/><Relationship Id="rId24" Type="http://schemas.openxmlformats.org/officeDocument/2006/relationships/tags" Target="../tags/tag540.xml"/><Relationship Id="rId25" Type="http://schemas.openxmlformats.org/officeDocument/2006/relationships/tags" Target="../tags/tag541.xml"/><Relationship Id="rId26" Type="http://schemas.openxmlformats.org/officeDocument/2006/relationships/tags" Target="../tags/tag542.xml"/><Relationship Id="rId27" Type="http://schemas.openxmlformats.org/officeDocument/2006/relationships/slideMaster" Target="../slideMasters/slideMaster4.xml"/><Relationship Id="rId28" Type="http://schemas.openxmlformats.org/officeDocument/2006/relationships/image" Target="../media/image1.emf"/><Relationship Id="rId29" Type="http://schemas.openxmlformats.org/officeDocument/2006/relationships/oleObject" Target="../embeddings/oleObject26.bin"/><Relationship Id="rId30" Type="http://schemas.openxmlformats.org/officeDocument/2006/relationships/image" Target="../media/image5.emf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tags" Target="../tags/tag543.xml"/><Relationship Id="rId2" Type="http://schemas.openxmlformats.org/officeDocument/2006/relationships/tags" Target="../tags/tag544.xml"/><Relationship Id="rId3" Type="http://schemas.openxmlformats.org/officeDocument/2006/relationships/tags" Target="../tags/tag545.xml"/><Relationship Id="rId4" Type="http://schemas.openxmlformats.org/officeDocument/2006/relationships/tags" Target="../tags/tag546.xml"/><Relationship Id="rId5" Type="http://schemas.openxmlformats.org/officeDocument/2006/relationships/tags" Target="../tags/tag547.xml"/><Relationship Id="rId6" Type="http://schemas.openxmlformats.org/officeDocument/2006/relationships/tags" Target="../tags/tag548.xml"/><Relationship Id="rId7" Type="http://schemas.openxmlformats.org/officeDocument/2006/relationships/tags" Target="../tags/tag549.xml"/><Relationship Id="rId8" Type="http://schemas.openxmlformats.org/officeDocument/2006/relationships/tags" Target="../tags/tag550.xml"/><Relationship Id="rId9" Type="http://schemas.openxmlformats.org/officeDocument/2006/relationships/tags" Target="../tags/tag551.xml"/><Relationship Id="rId10" Type="http://schemas.openxmlformats.org/officeDocument/2006/relationships/tags" Target="../tags/tag552.xml"/><Relationship Id="rId11" Type="http://schemas.openxmlformats.org/officeDocument/2006/relationships/tags" Target="../tags/tag553.xml"/><Relationship Id="rId12" Type="http://schemas.openxmlformats.org/officeDocument/2006/relationships/tags" Target="../tags/tag554.xml"/><Relationship Id="rId13" Type="http://schemas.openxmlformats.org/officeDocument/2006/relationships/tags" Target="../tags/tag555.xml"/><Relationship Id="rId14" Type="http://schemas.openxmlformats.org/officeDocument/2006/relationships/tags" Target="../tags/tag556.xml"/><Relationship Id="rId15" Type="http://schemas.openxmlformats.org/officeDocument/2006/relationships/tags" Target="../tags/tag557.xml"/><Relationship Id="rId16" Type="http://schemas.openxmlformats.org/officeDocument/2006/relationships/tags" Target="../tags/tag558.xml"/><Relationship Id="rId17" Type="http://schemas.openxmlformats.org/officeDocument/2006/relationships/tags" Target="../tags/tag559.xml"/><Relationship Id="rId18" Type="http://schemas.openxmlformats.org/officeDocument/2006/relationships/tags" Target="../tags/tag560.xml"/><Relationship Id="rId19" Type="http://schemas.openxmlformats.org/officeDocument/2006/relationships/tags" Target="../tags/tag561.xml"/><Relationship Id="rId20" Type="http://schemas.openxmlformats.org/officeDocument/2006/relationships/tags" Target="../tags/tag562.xml"/><Relationship Id="rId21" Type="http://schemas.openxmlformats.org/officeDocument/2006/relationships/tags" Target="../tags/tag563.xml"/><Relationship Id="rId22" Type="http://schemas.openxmlformats.org/officeDocument/2006/relationships/tags" Target="../tags/tag564.xml"/><Relationship Id="rId23" Type="http://schemas.openxmlformats.org/officeDocument/2006/relationships/tags" Target="../tags/tag565.xml"/><Relationship Id="rId24" Type="http://schemas.openxmlformats.org/officeDocument/2006/relationships/slideMaster" Target="../slideMasters/slideMaster4.xml"/><Relationship Id="rId25" Type="http://schemas.openxmlformats.org/officeDocument/2006/relationships/image" Target="../media/image1.emf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7.vml"/><Relationship Id="rId2" Type="http://schemas.openxmlformats.org/officeDocument/2006/relationships/tags" Target="../tags/tag566.xml"/><Relationship Id="rId3" Type="http://schemas.openxmlformats.org/officeDocument/2006/relationships/slideMaster" Target="../slideMasters/slideMaster4.xml"/><Relationship Id="rId4" Type="http://schemas.openxmlformats.org/officeDocument/2006/relationships/oleObject" Target="../embeddings/oleObject27.bin"/><Relationship Id="rId5" Type="http://schemas.openxmlformats.org/officeDocument/2006/relationships/image" Target="../media/image6.emf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tags" Target="../tags/tag567.xml"/><Relationship Id="rId2" Type="http://schemas.openxmlformats.org/officeDocument/2006/relationships/tags" Target="../tags/tag568.xml"/><Relationship Id="rId3" Type="http://schemas.openxmlformats.org/officeDocument/2006/relationships/tags" Target="../tags/tag569.xml"/><Relationship Id="rId4" Type="http://schemas.openxmlformats.org/officeDocument/2006/relationships/tags" Target="../tags/tag570.xml"/><Relationship Id="rId5" Type="http://schemas.openxmlformats.org/officeDocument/2006/relationships/tags" Target="../tags/tag571.xml"/><Relationship Id="rId6" Type="http://schemas.openxmlformats.org/officeDocument/2006/relationships/tags" Target="../tags/tag572.xml"/><Relationship Id="rId7" Type="http://schemas.openxmlformats.org/officeDocument/2006/relationships/tags" Target="../tags/tag573.xml"/><Relationship Id="rId8" Type="http://schemas.openxmlformats.org/officeDocument/2006/relationships/tags" Target="../tags/tag574.xml"/><Relationship Id="rId9" Type="http://schemas.openxmlformats.org/officeDocument/2006/relationships/tags" Target="../tags/tag575.xml"/><Relationship Id="rId10" Type="http://schemas.openxmlformats.org/officeDocument/2006/relationships/tags" Target="../tags/tag576.xml"/><Relationship Id="rId11" Type="http://schemas.openxmlformats.org/officeDocument/2006/relationships/tags" Target="../tags/tag577.xml"/><Relationship Id="rId12" Type="http://schemas.openxmlformats.org/officeDocument/2006/relationships/tags" Target="../tags/tag578.xml"/><Relationship Id="rId13" Type="http://schemas.openxmlformats.org/officeDocument/2006/relationships/tags" Target="../tags/tag579.xml"/><Relationship Id="rId14" Type="http://schemas.openxmlformats.org/officeDocument/2006/relationships/tags" Target="../tags/tag580.xml"/><Relationship Id="rId15" Type="http://schemas.openxmlformats.org/officeDocument/2006/relationships/tags" Target="../tags/tag581.xml"/><Relationship Id="rId16" Type="http://schemas.openxmlformats.org/officeDocument/2006/relationships/tags" Target="../tags/tag582.xml"/><Relationship Id="rId17" Type="http://schemas.openxmlformats.org/officeDocument/2006/relationships/tags" Target="../tags/tag583.xml"/><Relationship Id="rId18" Type="http://schemas.openxmlformats.org/officeDocument/2006/relationships/tags" Target="../tags/tag584.xml"/><Relationship Id="rId19" Type="http://schemas.openxmlformats.org/officeDocument/2006/relationships/tags" Target="../tags/tag585.xml"/><Relationship Id="rId20" Type="http://schemas.openxmlformats.org/officeDocument/2006/relationships/tags" Target="../tags/tag586.xml"/><Relationship Id="rId21" Type="http://schemas.openxmlformats.org/officeDocument/2006/relationships/tags" Target="../tags/tag587.xml"/><Relationship Id="rId22" Type="http://schemas.openxmlformats.org/officeDocument/2006/relationships/tags" Target="../tags/tag588.xml"/><Relationship Id="rId23" Type="http://schemas.openxmlformats.org/officeDocument/2006/relationships/slideMaster" Target="../slideMasters/slideMaster4.xml"/><Relationship Id="rId24" Type="http://schemas.openxmlformats.org/officeDocument/2006/relationships/image" Target="../media/image1.emf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tags" Target="../tags/tag589.xml"/><Relationship Id="rId2" Type="http://schemas.openxmlformats.org/officeDocument/2006/relationships/tags" Target="../tags/tag590.xml"/><Relationship Id="rId3" Type="http://schemas.openxmlformats.org/officeDocument/2006/relationships/tags" Target="../tags/tag591.xml"/><Relationship Id="rId4" Type="http://schemas.openxmlformats.org/officeDocument/2006/relationships/tags" Target="../tags/tag592.xml"/><Relationship Id="rId5" Type="http://schemas.openxmlformats.org/officeDocument/2006/relationships/tags" Target="../tags/tag593.xml"/><Relationship Id="rId6" Type="http://schemas.openxmlformats.org/officeDocument/2006/relationships/tags" Target="../tags/tag594.xml"/><Relationship Id="rId7" Type="http://schemas.openxmlformats.org/officeDocument/2006/relationships/tags" Target="../tags/tag595.xml"/><Relationship Id="rId8" Type="http://schemas.openxmlformats.org/officeDocument/2006/relationships/tags" Target="../tags/tag596.xml"/><Relationship Id="rId9" Type="http://schemas.openxmlformats.org/officeDocument/2006/relationships/tags" Target="../tags/tag597.xml"/><Relationship Id="rId10" Type="http://schemas.openxmlformats.org/officeDocument/2006/relationships/tags" Target="../tags/tag598.xml"/><Relationship Id="rId11" Type="http://schemas.openxmlformats.org/officeDocument/2006/relationships/tags" Target="../tags/tag599.xml"/><Relationship Id="rId12" Type="http://schemas.openxmlformats.org/officeDocument/2006/relationships/tags" Target="../tags/tag600.xml"/><Relationship Id="rId13" Type="http://schemas.openxmlformats.org/officeDocument/2006/relationships/tags" Target="../tags/tag601.xml"/><Relationship Id="rId14" Type="http://schemas.openxmlformats.org/officeDocument/2006/relationships/tags" Target="../tags/tag602.xml"/><Relationship Id="rId15" Type="http://schemas.openxmlformats.org/officeDocument/2006/relationships/tags" Target="../tags/tag603.xml"/><Relationship Id="rId16" Type="http://schemas.openxmlformats.org/officeDocument/2006/relationships/tags" Target="../tags/tag604.xml"/><Relationship Id="rId17" Type="http://schemas.openxmlformats.org/officeDocument/2006/relationships/tags" Target="../tags/tag605.xml"/><Relationship Id="rId18" Type="http://schemas.openxmlformats.org/officeDocument/2006/relationships/tags" Target="../tags/tag606.xml"/><Relationship Id="rId19" Type="http://schemas.openxmlformats.org/officeDocument/2006/relationships/tags" Target="../tags/tag607.xml"/><Relationship Id="rId20" Type="http://schemas.openxmlformats.org/officeDocument/2006/relationships/tags" Target="../tags/tag608.xml"/><Relationship Id="rId21" Type="http://schemas.openxmlformats.org/officeDocument/2006/relationships/tags" Target="../tags/tag609.xml"/><Relationship Id="rId22" Type="http://schemas.openxmlformats.org/officeDocument/2006/relationships/tags" Target="../tags/tag610.xml"/><Relationship Id="rId23" Type="http://schemas.openxmlformats.org/officeDocument/2006/relationships/slideMaster" Target="../slideMasters/slideMaster4.xml"/><Relationship Id="rId24" Type="http://schemas.openxmlformats.org/officeDocument/2006/relationships/image" Target="../media/image1.emf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8.vml"/><Relationship Id="rId2" Type="http://schemas.openxmlformats.org/officeDocument/2006/relationships/tags" Target="../tags/tag611.xml"/><Relationship Id="rId3" Type="http://schemas.openxmlformats.org/officeDocument/2006/relationships/tags" Target="../tags/tag612.xml"/><Relationship Id="rId4" Type="http://schemas.openxmlformats.org/officeDocument/2006/relationships/slideMaster" Target="../slideMasters/slideMaster4.xml"/><Relationship Id="rId5" Type="http://schemas.openxmlformats.org/officeDocument/2006/relationships/oleObject" Target="../embeddings/oleObject28.bin"/><Relationship Id="rId6" Type="http://schemas.openxmlformats.org/officeDocument/2006/relationships/image" Target="../media/image2.emf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tags" Target="../tags/tag613.xml"/><Relationship Id="rId2" Type="http://schemas.openxmlformats.org/officeDocument/2006/relationships/tags" Target="../tags/tag614.xml"/><Relationship Id="rId3" Type="http://schemas.openxmlformats.org/officeDocument/2006/relationships/tags" Target="../tags/tag615.xml"/><Relationship Id="rId4" Type="http://schemas.openxmlformats.org/officeDocument/2006/relationships/tags" Target="../tags/tag616.xml"/><Relationship Id="rId5" Type="http://schemas.openxmlformats.org/officeDocument/2006/relationships/tags" Target="../tags/tag617.xml"/><Relationship Id="rId6" Type="http://schemas.openxmlformats.org/officeDocument/2006/relationships/tags" Target="../tags/tag618.xml"/><Relationship Id="rId7" Type="http://schemas.openxmlformats.org/officeDocument/2006/relationships/tags" Target="../tags/tag619.xml"/><Relationship Id="rId8" Type="http://schemas.openxmlformats.org/officeDocument/2006/relationships/tags" Target="../tags/tag620.xml"/><Relationship Id="rId9" Type="http://schemas.openxmlformats.org/officeDocument/2006/relationships/tags" Target="../tags/tag621.xml"/><Relationship Id="rId10" Type="http://schemas.openxmlformats.org/officeDocument/2006/relationships/tags" Target="../tags/tag622.xml"/><Relationship Id="rId11" Type="http://schemas.openxmlformats.org/officeDocument/2006/relationships/tags" Target="../tags/tag623.xml"/><Relationship Id="rId12" Type="http://schemas.openxmlformats.org/officeDocument/2006/relationships/tags" Target="../tags/tag624.xml"/><Relationship Id="rId13" Type="http://schemas.openxmlformats.org/officeDocument/2006/relationships/tags" Target="../tags/tag625.xml"/><Relationship Id="rId14" Type="http://schemas.openxmlformats.org/officeDocument/2006/relationships/tags" Target="../tags/tag626.xml"/><Relationship Id="rId15" Type="http://schemas.openxmlformats.org/officeDocument/2006/relationships/tags" Target="../tags/tag627.xml"/><Relationship Id="rId16" Type="http://schemas.openxmlformats.org/officeDocument/2006/relationships/tags" Target="../tags/tag628.xml"/><Relationship Id="rId17" Type="http://schemas.openxmlformats.org/officeDocument/2006/relationships/tags" Target="../tags/tag629.xml"/><Relationship Id="rId18" Type="http://schemas.openxmlformats.org/officeDocument/2006/relationships/tags" Target="../tags/tag630.xml"/><Relationship Id="rId19" Type="http://schemas.openxmlformats.org/officeDocument/2006/relationships/tags" Target="../tags/tag631.xml"/><Relationship Id="rId20" Type="http://schemas.openxmlformats.org/officeDocument/2006/relationships/tags" Target="../tags/tag632.xml"/><Relationship Id="rId21" Type="http://schemas.openxmlformats.org/officeDocument/2006/relationships/tags" Target="../tags/tag633.xml"/><Relationship Id="rId22" Type="http://schemas.openxmlformats.org/officeDocument/2006/relationships/tags" Target="../tags/tag634.xml"/><Relationship Id="rId23" Type="http://schemas.openxmlformats.org/officeDocument/2006/relationships/slideMaster" Target="../slideMasters/slideMaster4.xml"/><Relationship Id="rId24" Type="http://schemas.openxmlformats.org/officeDocument/2006/relationships/image" Target="../media/image1.emf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tags" Target="../tags/tag635.xml"/><Relationship Id="rId2" Type="http://schemas.openxmlformats.org/officeDocument/2006/relationships/tags" Target="../tags/tag636.xml"/><Relationship Id="rId3" Type="http://schemas.openxmlformats.org/officeDocument/2006/relationships/tags" Target="../tags/tag637.xml"/><Relationship Id="rId4" Type="http://schemas.openxmlformats.org/officeDocument/2006/relationships/tags" Target="../tags/tag638.xml"/><Relationship Id="rId5" Type="http://schemas.openxmlformats.org/officeDocument/2006/relationships/tags" Target="../tags/tag639.xml"/><Relationship Id="rId6" Type="http://schemas.openxmlformats.org/officeDocument/2006/relationships/tags" Target="../tags/tag640.xml"/><Relationship Id="rId7" Type="http://schemas.openxmlformats.org/officeDocument/2006/relationships/tags" Target="../tags/tag641.xml"/><Relationship Id="rId8" Type="http://schemas.openxmlformats.org/officeDocument/2006/relationships/tags" Target="../tags/tag642.xml"/><Relationship Id="rId9" Type="http://schemas.openxmlformats.org/officeDocument/2006/relationships/tags" Target="../tags/tag643.xml"/><Relationship Id="rId10" Type="http://schemas.openxmlformats.org/officeDocument/2006/relationships/tags" Target="../tags/tag644.xml"/><Relationship Id="rId11" Type="http://schemas.openxmlformats.org/officeDocument/2006/relationships/tags" Target="../tags/tag645.xml"/><Relationship Id="rId12" Type="http://schemas.openxmlformats.org/officeDocument/2006/relationships/tags" Target="../tags/tag646.xml"/><Relationship Id="rId13" Type="http://schemas.openxmlformats.org/officeDocument/2006/relationships/tags" Target="../tags/tag647.xml"/><Relationship Id="rId14" Type="http://schemas.openxmlformats.org/officeDocument/2006/relationships/tags" Target="../tags/tag648.xml"/><Relationship Id="rId15" Type="http://schemas.openxmlformats.org/officeDocument/2006/relationships/tags" Target="../tags/tag649.xml"/><Relationship Id="rId16" Type="http://schemas.openxmlformats.org/officeDocument/2006/relationships/tags" Target="../tags/tag650.xml"/><Relationship Id="rId17" Type="http://schemas.openxmlformats.org/officeDocument/2006/relationships/tags" Target="../tags/tag651.xml"/><Relationship Id="rId18" Type="http://schemas.openxmlformats.org/officeDocument/2006/relationships/tags" Target="../tags/tag652.xml"/><Relationship Id="rId19" Type="http://schemas.openxmlformats.org/officeDocument/2006/relationships/tags" Target="../tags/tag653.xml"/><Relationship Id="rId20" Type="http://schemas.openxmlformats.org/officeDocument/2006/relationships/tags" Target="../tags/tag654.xml"/><Relationship Id="rId21" Type="http://schemas.openxmlformats.org/officeDocument/2006/relationships/tags" Target="../tags/tag655.xml"/><Relationship Id="rId22" Type="http://schemas.openxmlformats.org/officeDocument/2006/relationships/tags" Target="../tags/tag656.xml"/><Relationship Id="rId23" Type="http://schemas.openxmlformats.org/officeDocument/2006/relationships/slideMaster" Target="../slideMasters/slideMaster4.xml"/><Relationship Id="rId24" Type="http://schemas.openxmlformats.org/officeDocument/2006/relationships/image" Target="../media/image1.emf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1.jp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2.jp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7.jpe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7.jpe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jpeg"/><Relationship Id="rId3" Type="http://schemas.openxmlformats.org/officeDocument/2006/relationships/image" Target="../media/image14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7.jpe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7.jpe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5.pn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7.jpe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8.png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9.jpe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7.jpe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7.jpeg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jpeg"/><Relationship Id="rId3" Type="http://schemas.openxmlformats.org/officeDocument/2006/relationships/image" Target="../media/image14.png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2.jpeg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5.pn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3.pn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7.jpeg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4.jpg"/><Relationship Id="rId3" Type="http://schemas.openxmlformats.org/officeDocument/2006/relationships/image" Target="../media/image14.png"/><Relationship Id="rId4" Type="http://schemas.openxmlformats.org/officeDocument/2006/relationships/image" Target="../media/image25.png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6.png"/><Relationship Id="rId3" Type="http://schemas.openxmlformats.org/officeDocument/2006/relationships/image" Target="../media/image21.png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7.jpg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8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8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" r:id="rId5" imgW="360" imgH="360" progId="TCLayout.ActiveDocument.1">
                  <p:embed/>
                </p:oleObj>
              </mc:Choice>
              <mc:Fallback>
                <p:oleObj r:id="rId5" imgW="360" imgH="360" progId="TCLayout.ActiveDocument.1">
                  <p:embed/>
                  <p:pic>
                    <p:nvPicPr>
                      <p:cNvPr id="7" name="Object 8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endParaRPr kumimoji="0" lang="en-US" sz="3300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3" name="ClientLogo"/>
          <p:cNvSpPr>
            <a:spLocks noGrp="1"/>
          </p:cNvSpPr>
          <p:nvPr>
            <p:ph type="pic" sz="quarter" idx="14" hasCustomPrompt="1"/>
          </p:nvPr>
        </p:nvSpPr>
        <p:spPr>
          <a:xfrm>
            <a:off x="413956" y="244936"/>
            <a:ext cx="1498664" cy="7837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logo goes here.</a:t>
            </a:r>
          </a:p>
        </p:txBody>
      </p:sp>
      <p:sp>
        <p:nvSpPr>
          <p:cNvPr id="15" name="Documenttype"/>
          <p:cNvSpPr>
            <a:spLocks noGrp="1"/>
          </p:cNvSpPr>
          <p:nvPr>
            <p:ph type="body" sz="quarter" idx="13" hasCustomPrompt="1"/>
          </p:nvPr>
        </p:nvSpPr>
        <p:spPr>
          <a:xfrm>
            <a:off x="416052" y="3382626"/>
            <a:ext cx="4691444" cy="161583"/>
          </a:xfrm>
          <a:prstGeom prst="rect">
            <a:avLst/>
          </a:prstGeom>
          <a:solidFill>
            <a:schemeClr val="tx1"/>
          </a:solidFill>
        </p:spPr>
        <p:txBody>
          <a:bodyPr>
            <a:noAutofit/>
          </a:bodyPr>
          <a:lstStyle>
            <a:lvl1pPr>
              <a:buNone/>
              <a:defRPr sz="1050">
                <a:solidFill>
                  <a:schemeClr val="bg2"/>
                </a:solidFill>
              </a:defRPr>
            </a:lvl1pPr>
            <a:lvl2pPr marL="87154" indent="0">
              <a:buNone/>
              <a:defRPr>
                <a:solidFill>
                  <a:schemeClr val="bg1"/>
                </a:solidFill>
              </a:defRPr>
            </a:lvl2pPr>
            <a:lvl3pPr marL="349568" indent="0">
              <a:buNone/>
              <a:defRPr>
                <a:solidFill>
                  <a:schemeClr val="bg1"/>
                </a:solidFill>
              </a:defRPr>
            </a:lvl3pPr>
            <a:lvl4pPr marL="610553" indent="0">
              <a:buNone/>
              <a:defRPr>
                <a:solidFill>
                  <a:schemeClr val="bg1"/>
                </a:solidFill>
              </a:defRPr>
            </a:lvl4pPr>
            <a:lvl5pPr marL="871061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1"/>
              <a:t>Click to change date</a:t>
            </a:r>
          </a:p>
        </p:txBody>
      </p:sp>
      <p:sp>
        <p:nvSpPr>
          <p:cNvPr id="1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413956" y="3069420"/>
            <a:ext cx="4691444" cy="230833"/>
          </a:xfrm>
          <a:prstGeom prst="rect">
            <a:avLst/>
          </a:prstGeo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150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change Master subtitle style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 hasCustomPrompt="1"/>
          </p:nvPr>
        </p:nvSpPr>
        <p:spPr>
          <a:xfrm>
            <a:off x="413956" y="1889760"/>
            <a:ext cx="4691444" cy="1088874"/>
          </a:xfrm>
          <a:prstGeom prst="rect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>
              <a:defRPr sz="3300" baseline="0">
                <a:ln w="6350" cap="flat">
                  <a:noFill/>
                  <a:miter lim="800000"/>
                </a:ln>
                <a:solidFill>
                  <a:schemeClr val="bg2"/>
                </a:solidFill>
              </a:defRPr>
            </a:lvl1pPr>
          </a:lstStyle>
          <a:p>
            <a:r>
              <a:rPr lang="en-US" noProof="1"/>
              <a:t>Click to change Master title style</a:t>
            </a:r>
          </a:p>
        </p:txBody>
      </p:sp>
      <p:sp>
        <p:nvSpPr>
          <p:cNvPr id="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41866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2" hidden="1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7" name="SlideLogoText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cxnSp>
        <p:nvCxnSpPr>
          <p:cNvPr id="8" name="BottomLine"/>
          <p:cNvCxnSpPr/>
          <p:nvPr userDrawn="1">
            <p:custDataLst>
              <p:tags r:id="rId5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TopLine"/>
          <p:cNvCxnSpPr/>
          <p:nvPr userDrawn="1">
            <p:custDataLst>
              <p:tags r:id="rId6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4. Footnote" hidden="1"/>
          <p:cNvSpPr txBox="1">
            <a:spLocks noChangeArrowheads="1"/>
          </p:cNvSpPr>
          <p:nvPr userDrawn="1">
            <p:custDataLst>
              <p:tags r:id="rId7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Footnotes</a:t>
            </a:r>
          </a:p>
        </p:txBody>
      </p:sp>
      <p:grpSp>
        <p:nvGrpSpPr>
          <p:cNvPr id="12" name="Grid" hidden="1"/>
          <p:cNvGrpSpPr>
            <a:grpSpLocks/>
          </p:cNvGrpSpPr>
          <p:nvPr userDrawn="1">
            <p:custDataLst>
              <p:tags r:id="rId8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3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6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8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0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1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2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3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4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5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6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7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8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9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0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1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2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53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8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00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101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2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3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4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5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6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7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8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9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0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</p:grpSp>
      <p:grpSp>
        <p:nvGrpSpPr>
          <p:cNvPr id="111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12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3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4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5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6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grpSp>
          <p:nvGrpSpPr>
            <p:cNvPr id="117" name="MoonLegend1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30" name="Oval 166"/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31" name="Arc 167" hidden="1"/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8" name="MoonLegend2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8" name="Oval 164"/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9" name="Arc 165"/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9" name="MoonLegend3"/>
            <p:cNvGrpSpPr>
              <a:grpSpLocks noChangeAspect="1"/>
            </p:cNvGrpSpPr>
            <p:nvPr>
              <p:custDataLst>
                <p:tags r:id="rId15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6" name="Oval 162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7" name="Arc 163"/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20" name="MoonLegend4"/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4" name="Oval 160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5" name="Arc 161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21" name="MoonLegend5"/>
            <p:cNvGrpSpPr>
              <a:grpSpLocks noChangeAspect="1"/>
            </p:cNvGrpSpPr>
            <p:nvPr>
              <p:custDataLst>
                <p:tags r:id="rId17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2" name="Oval 158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3" name="Arc 159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2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3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marL="0" marR="0" lvl="0" indent="0" algn="l" defTabSz="89535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sz="675" b="1" i="0" u="none" strike="noStrike" kern="1200" cap="none" spc="38" normalizeH="0" baseline="0" noProof="1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Sticker</a:t>
              </a:r>
              <a:endParaRPr kumimoji="0" lang="en-US" sz="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4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5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6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7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8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9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0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1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142" name="Object 8" hidden="1"/>
          <p:cNvGraphicFramePr>
            <a:graphicFrameLocks noChangeAspect="1"/>
          </p:cNvGraphicFramePr>
          <p:nvPr userDrawn="1">
            <p:custDataLst>
              <p:tags r:id="rId9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3" r:id="rId30" imgW="360" imgH="360" progId="TCLayout.ActiveDocument.1">
                  <p:embed/>
                </p:oleObj>
              </mc:Choice>
              <mc:Fallback>
                <p:oleObj r:id="rId30" imgW="360" imgH="360" progId="TCLayout.ActiveDocument.1">
                  <p:embed/>
                  <p:pic>
                    <p:nvPicPr>
                      <p:cNvPr id="142" name="Object 8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" name="Rectangle 7" hidden="1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144" name="Slide Number"/>
          <p:cNvSpPr>
            <a:spLocks noChangeArrowheads="1"/>
          </p:cNvSpPr>
          <p:nvPr userDrawn="1">
            <p:custDataLst>
              <p:tags r:id="rId11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839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</a:t>
            </a:r>
          </a:p>
        </p:txBody>
      </p:sp>
      <p:sp>
        <p:nvSpPr>
          <p:cNvPr id="145" name="5. Source" hidden="1"/>
          <p:cNvSpPr txBox="1">
            <a:spLocks noChangeArrowheads="1"/>
          </p:cNvSpPr>
          <p:nvPr userDrawn="1">
            <p:custDataLst>
              <p:tags r:id="rId12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Source: …</a:t>
            </a:r>
          </a:p>
        </p:txBody>
      </p:sp>
      <p:sp>
        <p:nvSpPr>
          <p:cNvPr id="15" name="2. Slide Title"/>
          <p:cNvSpPr>
            <a:spLocks noGrp="1"/>
          </p:cNvSpPr>
          <p:nvPr>
            <p:ph type="title"/>
          </p:nvPr>
        </p:nvSpPr>
        <p:spPr>
          <a:xfrm>
            <a:off x="416052" y="266319"/>
            <a:ext cx="8311896" cy="548640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14" name="3. Subtitle"/>
          <p:cNvSpPr>
            <a:spLocks noGrp="1"/>
          </p:cNvSpPr>
          <p:nvPr>
            <p:ph type="subTitle" idx="1"/>
          </p:nvPr>
        </p:nvSpPr>
        <p:spPr>
          <a:xfrm>
            <a:off x="416052" y="989225"/>
            <a:ext cx="8311896" cy="207749"/>
          </a:xfrm>
        </p:spPr>
        <p:txBody>
          <a:bodyPr>
            <a:no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10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881717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 hidden="1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6" name="SlideLogoText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cxnSp>
        <p:nvCxnSpPr>
          <p:cNvPr id="7" name="BottomLine"/>
          <p:cNvCxnSpPr/>
          <p:nvPr userDrawn="1">
            <p:custDataLst>
              <p:tags r:id="rId5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/>
          <p:cNvCxnSpPr/>
          <p:nvPr userDrawn="1">
            <p:custDataLst>
              <p:tags r:id="rId6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4. Footnote" hidden="1"/>
          <p:cNvSpPr txBox="1">
            <a:spLocks noChangeArrowheads="1"/>
          </p:cNvSpPr>
          <p:nvPr userDrawn="1">
            <p:custDataLst>
              <p:tags r:id="rId7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Footnotes</a:t>
            </a:r>
          </a:p>
        </p:txBody>
      </p:sp>
      <p:grpSp>
        <p:nvGrpSpPr>
          <p:cNvPr id="11" name="Grid" hidden="1"/>
          <p:cNvGrpSpPr>
            <a:grpSpLocks/>
          </p:cNvGrpSpPr>
          <p:nvPr userDrawn="1">
            <p:custDataLst>
              <p:tags r:id="rId8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2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3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7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8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0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1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2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3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4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5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6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7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8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9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50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5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7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8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9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0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1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2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3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4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5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6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7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</p:grpSp>
      <p:grpSp>
        <p:nvGrpSpPr>
          <p:cNvPr id="108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9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0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1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2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3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grpSp>
          <p:nvGrpSpPr>
            <p:cNvPr id="114" name="MoonLegend1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7" name="Oval 166"/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8" name="Arc 167" hidden="1"/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5" name="MoonLegend2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5" name="Oval 164"/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6" name="Arc 165"/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6" name="MoonLegend3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3" name="Oval 162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4" name="Arc 163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7" name="MoonLegend4"/>
            <p:cNvGrpSpPr>
              <a:grpSpLocks noChangeAspect="1"/>
            </p:cNvGrpSpPr>
            <p:nvPr>
              <p:custDataLst>
                <p:tags r:id="rId15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1" name="Oval 160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2" name="Arc 161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8" name="MoonLegend5"/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9" name="Oval 158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0" name="Arc 159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9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0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marL="0" marR="0" lvl="0" indent="0" algn="l" defTabSz="89535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sz="675" b="1" i="0" u="none" strike="noStrike" kern="1200" cap="none" spc="38" normalizeH="0" baseline="0" noProof="1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Sticker</a:t>
              </a:r>
              <a:endParaRPr kumimoji="0" lang="en-US" sz="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1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2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3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4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5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6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7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8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139" name="Object 4" hidden="1"/>
          <p:cNvGraphicFramePr>
            <a:graphicFrameLocks noChangeAspect="1"/>
          </p:cNvGraphicFramePr>
          <p:nvPr userDrawn="1">
            <p:custDataLst>
              <p:tags r:id="rId9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7" r:id="rId29" imgW="7761960" imgH="10047960" progId="TCLayout.ActiveDocument.1">
                  <p:embed/>
                </p:oleObj>
              </mc:Choice>
              <mc:Fallback>
                <p:oleObj r:id="rId29" imgW="7761960" imgH="10047960" progId="TCLayout.ActiveDocument.1">
                  <p:embed/>
                  <p:pic>
                    <p:nvPicPr>
                      <p:cNvPr id="139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" name="Slide Number"/>
          <p:cNvSpPr>
            <a:spLocks noChangeArrowheads="1"/>
          </p:cNvSpPr>
          <p:nvPr userDrawn="1">
            <p:custDataLst>
              <p:tags r:id="rId10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839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</a:t>
            </a:r>
          </a:p>
        </p:txBody>
      </p:sp>
      <p:sp>
        <p:nvSpPr>
          <p:cNvPr id="141" name="5. Source" hidden="1"/>
          <p:cNvSpPr txBox="1">
            <a:spLocks noChangeArrowheads="1"/>
          </p:cNvSpPr>
          <p:nvPr userDrawn="1">
            <p:custDataLst>
              <p:tags r:id="rId11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Source: …</a:t>
            </a:r>
          </a:p>
        </p:txBody>
      </p:sp>
      <p:sp>
        <p:nvSpPr>
          <p:cNvPr id="3" name="2. Slide Title"/>
          <p:cNvSpPr>
            <a:spLocks noGrp="1"/>
          </p:cNvSpPr>
          <p:nvPr>
            <p:ph type="title"/>
          </p:nvPr>
        </p:nvSpPr>
        <p:spPr>
          <a:xfrm>
            <a:off x="416052" y="1279922"/>
            <a:ext cx="2859786" cy="52120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9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965848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6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cxnSp>
        <p:nvCxnSpPr>
          <p:cNvPr id="7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Footnotes</a:t>
            </a:r>
          </a:p>
        </p:txBody>
      </p:sp>
      <p:grpSp>
        <p:nvGrpSpPr>
          <p:cNvPr id="10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1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2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5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7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8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0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1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2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3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4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5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6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7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8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49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4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6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7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8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9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0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1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2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3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4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5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6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</p:grpSp>
      <p:grpSp>
        <p:nvGrpSpPr>
          <p:cNvPr id="107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8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9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0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1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2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grpSp>
          <p:nvGrpSpPr>
            <p:cNvPr id="113" name="MoonLegend1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6" name="Oval 166"/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7" name="Arc 167" hidden="1"/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4" name="MoonLegend2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4" name="Oval 164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5" name="Arc 165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5" name="MoonLegend3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2" name="Oval 162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3" name="Arc 163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6" name="MoonLegend4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0" name="Oval 160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1" name="Arc 161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7" name="MoonLegend5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8" name="Oval 158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9" name="Arc 159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8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29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marL="0" marR="0" lvl="0" indent="0" algn="l" defTabSz="89535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sz="675" b="1" i="0" u="none" strike="noStrike" kern="1200" cap="none" spc="38" normalizeH="0" baseline="0" noProof="1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Sticker</a:t>
              </a:r>
              <a:endParaRPr kumimoji="0" lang="en-US" sz="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0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1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2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3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4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5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6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7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38" name="Slide Number"/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839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</a:t>
            </a:r>
          </a:p>
        </p:txBody>
      </p:sp>
      <p:sp>
        <p:nvSpPr>
          <p:cNvPr id="139" name="5. Source" hidden="1"/>
          <p:cNvSpPr txBox="1">
            <a:spLocks noChangeArrowheads="1"/>
          </p:cNvSpPr>
          <p:nvPr userDrawn="1">
            <p:custDataLst>
              <p:tags r:id="rId9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Source: …</a:t>
            </a:r>
          </a:p>
        </p:txBody>
      </p:sp>
      <p:sp>
        <p:nvSpPr>
          <p:cNvPr id="3" name="2. Slide Title"/>
          <p:cNvSpPr>
            <a:spLocks noGrp="1"/>
          </p:cNvSpPr>
          <p:nvPr>
            <p:ph type="title"/>
          </p:nvPr>
        </p:nvSpPr>
        <p:spPr>
          <a:xfrm>
            <a:off x="416052" y="2283210"/>
            <a:ext cx="3799332" cy="57708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1910884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6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cxnSp>
        <p:nvCxnSpPr>
          <p:cNvPr id="8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Footnotes</a:t>
            </a:r>
          </a:p>
        </p:txBody>
      </p:sp>
      <p:grpSp>
        <p:nvGrpSpPr>
          <p:cNvPr id="11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2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3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7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8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0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1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2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3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4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5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6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7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8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9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50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5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7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8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9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0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1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2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3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4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5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6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7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</p:grpSp>
      <p:grpSp>
        <p:nvGrpSpPr>
          <p:cNvPr id="108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9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0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1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2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3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grpSp>
          <p:nvGrpSpPr>
            <p:cNvPr id="114" name="MoonLegend1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7" name="Oval 166"/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8" name="Arc 167" hidden="1"/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5" name="MoonLegend2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5" name="Oval 164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6" name="Arc 165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6" name="MoonLegend3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3" name="Oval 162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4" name="Arc 163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7" name="MoonLegend4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1" name="Oval 160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2" name="Arc 161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8" name="MoonLegend5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9" name="Oval 158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0" name="Arc 159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9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0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marL="0" marR="0" lvl="0" indent="0" algn="l" defTabSz="89535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sz="675" b="1" i="0" u="none" strike="noStrike" kern="1200" cap="none" spc="38" normalizeH="0" baseline="0" noProof="1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Sticker</a:t>
              </a:r>
              <a:endParaRPr kumimoji="0" lang="en-US" sz="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1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2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3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4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5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6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7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8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39" name="Slide Number"/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839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</a:t>
            </a:r>
          </a:p>
        </p:txBody>
      </p:sp>
      <p:sp>
        <p:nvSpPr>
          <p:cNvPr id="140" name="5. Source" hidden="1"/>
          <p:cNvSpPr txBox="1">
            <a:spLocks noChangeArrowheads="1"/>
          </p:cNvSpPr>
          <p:nvPr userDrawn="1">
            <p:custDataLst>
              <p:tags r:id="rId9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Source: …</a:t>
            </a:r>
          </a:p>
        </p:txBody>
      </p:sp>
      <p:sp>
        <p:nvSpPr>
          <p:cNvPr id="7" name="2. Slide Title"/>
          <p:cNvSpPr>
            <a:spLocks noGrp="1"/>
          </p:cNvSpPr>
          <p:nvPr>
            <p:ph type="title"/>
          </p:nvPr>
        </p:nvSpPr>
        <p:spPr>
          <a:xfrm>
            <a:off x="416052" y="3435351"/>
            <a:ext cx="8311896" cy="50783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3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945384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1" r:id="rId13" imgW="360" imgH="360" progId="TCLayout.ActiveDocument.1">
                  <p:embed/>
                </p:oleObj>
              </mc:Choice>
              <mc:Fallback>
                <p:oleObj r:id="rId13" imgW="360" imgH="360" progId="TCLayout.ActiveDocument.1">
                  <p:embed/>
                  <p:pic>
                    <p:nvPicPr>
                      <p:cNvPr id="5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7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2559844" y="0"/>
            <a:ext cx="6584156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1">
              <a:ln>
                <a:noFill/>
              </a:ln>
              <a:solidFill>
                <a:srgbClr val="FFFFFF">
                  <a:lumMod val="8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SlideLogoText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sp>
        <p:nvSpPr>
          <p:cNvPr id="9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839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</a:t>
            </a:r>
          </a:p>
        </p:txBody>
      </p:sp>
      <p:cxnSp>
        <p:nvCxnSpPr>
          <p:cNvPr id="10" name="BottomLineRight"/>
          <p:cNvCxnSpPr/>
          <p:nvPr userDrawn="1">
            <p:custDataLst>
              <p:tags r:id="rId7"/>
            </p:custDataLst>
          </p:nvPr>
        </p:nvCxnSpPr>
        <p:spPr>
          <a:xfrm>
            <a:off x="2787253" y="4839891"/>
            <a:ext cx="593883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/>
          <p:cNvCxnSpPr/>
          <p:nvPr userDrawn="1">
            <p:custDataLst>
              <p:tags r:id="rId8"/>
            </p:custDataLst>
          </p:nvPr>
        </p:nvCxnSpPr>
        <p:spPr>
          <a:xfrm>
            <a:off x="415529" y="4839891"/>
            <a:ext cx="188595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TopLineRight"/>
          <p:cNvCxnSpPr/>
          <p:nvPr userDrawn="1">
            <p:custDataLst>
              <p:tags r:id="rId9"/>
            </p:custDataLst>
          </p:nvPr>
        </p:nvCxnSpPr>
        <p:spPr>
          <a:xfrm>
            <a:off x="2787253" y="887016"/>
            <a:ext cx="593883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Left"/>
          <p:cNvCxnSpPr/>
          <p:nvPr userDrawn="1">
            <p:custDataLst>
              <p:tags r:id="rId10"/>
            </p:custDataLst>
          </p:nvPr>
        </p:nvCxnSpPr>
        <p:spPr>
          <a:xfrm>
            <a:off x="415529" y="887016"/>
            <a:ext cx="188595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5. Source" hidden="1"/>
          <p:cNvSpPr txBox="1">
            <a:spLocks noChangeArrowheads="1"/>
          </p:cNvSpPr>
          <p:nvPr userDrawn="1">
            <p:custDataLst>
              <p:tags r:id="rId11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Source: …</a:t>
            </a:r>
          </a:p>
        </p:txBody>
      </p:sp>
      <p:sp>
        <p:nvSpPr>
          <p:cNvPr id="19" name="2. Slide Title"/>
          <p:cNvSpPr>
            <a:spLocks noGrp="1"/>
          </p:cNvSpPr>
          <p:nvPr>
            <p:ph type="title"/>
          </p:nvPr>
        </p:nvSpPr>
        <p:spPr>
          <a:xfrm>
            <a:off x="416052" y="1600201"/>
            <a:ext cx="1885950" cy="1035158"/>
          </a:xfrm>
        </p:spPr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</p:nvPr>
        </p:nvSpPr>
        <p:spPr>
          <a:xfrm>
            <a:off x="416052" y="2744733"/>
            <a:ext cx="1885950" cy="415499"/>
          </a:xfrm>
        </p:spPr>
        <p:txBody>
          <a:bodyPr>
            <a:sp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679333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5" r:id="rId13" imgW="360" imgH="360" progId="TCLayout.ActiveDocument.1">
                  <p:embed/>
                </p:oleObj>
              </mc:Choice>
              <mc:Fallback>
                <p:oleObj r:id="rId13" imgW="360" imgH="360" progId="TCLayout.ActiveDocument.1">
                  <p:embed/>
                  <p:pic>
                    <p:nvPicPr>
                      <p:cNvPr id="5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7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3273028" y="0"/>
            <a:ext cx="5870972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1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SlideLogoText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sp>
        <p:nvSpPr>
          <p:cNvPr id="9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839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</a:t>
            </a:r>
          </a:p>
        </p:txBody>
      </p:sp>
      <p:cxnSp>
        <p:nvCxnSpPr>
          <p:cNvPr id="10" name="BottomLineRight"/>
          <p:cNvCxnSpPr/>
          <p:nvPr userDrawn="1">
            <p:custDataLst>
              <p:tags r:id="rId7"/>
            </p:custDataLst>
          </p:nvPr>
        </p:nvCxnSpPr>
        <p:spPr>
          <a:xfrm>
            <a:off x="3504010" y="4839891"/>
            <a:ext cx="5225653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/>
          <p:cNvCxnSpPr/>
          <p:nvPr userDrawn="1">
            <p:custDataLst>
              <p:tags r:id="rId8"/>
            </p:custDataLst>
          </p:nvPr>
        </p:nvCxnSpPr>
        <p:spPr>
          <a:xfrm>
            <a:off x="415529" y="4839891"/>
            <a:ext cx="259913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TopLineRight"/>
          <p:cNvCxnSpPr/>
          <p:nvPr userDrawn="1">
            <p:custDataLst>
              <p:tags r:id="rId9"/>
            </p:custDataLst>
          </p:nvPr>
        </p:nvCxnSpPr>
        <p:spPr>
          <a:xfrm>
            <a:off x="3504010" y="887016"/>
            <a:ext cx="5225653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Left"/>
          <p:cNvCxnSpPr/>
          <p:nvPr userDrawn="1">
            <p:custDataLst>
              <p:tags r:id="rId10"/>
            </p:custDataLst>
          </p:nvPr>
        </p:nvCxnSpPr>
        <p:spPr>
          <a:xfrm>
            <a:off x="415529" y="887016"/>
            <a:ext cx="259913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5. Source" hidden="1"/>
          <p:cNvSpPr txBox="1">
            <a:spLocks noChangeArrowheads="1"/>
          </p:cNvSpPr>
          <p:nvPr userDrawn="1">
            <p:custDataLst>
              <p:tags r:id="rId11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Source: …</a:t>
            </a:r>
          </a:p>
        </p:txBody>
      </p:sp>
      <p:sp>
        <p:nvSpPr>
          <p:cNvPr id="19" name="2. Slide Title"/>
          <p:cNvSpPr>
            <a:spLocks noGrp="1"/>
          </p:cNvSpPr>
          <p:nvPr>
            <p:ph type="title"/>
          </p:nvPr>
        </p:nvSpPr>
        <p:spPr>
          <a:xfrm>
            <a:off x="416052" y="2058277"/>
            <a:ext cx="2599182" cy="577081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</p:nvPr>
        </p:nvSpPr>
        <p:spPr>
          <a:xfrm>
            <a:off x="416052" y="2744734"/>
            <a:ext cx="2599181" cy="207749"/>
          </a:xfrm>
        </p:spPr>
        <p:txBody>
          <a:bodyPr>
            <a:spAutoFit/>
          </a:bodyPr>
          <a:lstStyle>
            <a:lvl1pPr marL="0" indent="0" algn="l">
              <a:buNone/>
              <a:defRPr sz="135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11806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9" r:id="rId14" imgW="360" imgH="360" progId="TCLayout.ActiveDocument.1">
                  <p:embed/>
                </p:oleObj>
              </mc:Choice>
              <mc:Fallback>
                <p:oleObj r:id="rId14" imgW="360" imgH="360" progId="TCLayout.ActiveDocument.1">
                  <p:embed/>
                  <p:pic>
                    <p:nvPicPr>
                      <p:cNvPr id="6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8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4569619" y="0"/>
            <a:ext cx="4574381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1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SlideLogoText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sp>
        <p:nvSpPr>
          <p:cNvPr id="10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839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</a:t>
            </a:r>
          </a:p>
        </p:txBody>
      </p:sp>
      <p:cxnSp>
        <p:nvCxnSpPr>
          <p:cNvPr id="11" name="BottomLineRight"/>
          <p:cNvCxnSpPr/>
          <p:nvPr userDrawn="1">
            <p:custDataLst>
              <p:tags r:id="rId7"/>
            </p:custDataLst>
          </p:nvPr>
        </p:nvCxnSpPr>
        <p:spPr>
          <a:xfrm>
            <a:off x="4930379" y="4839891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Left"/>
          <p:cNvCxnSpPr/>
          <p:nvPr userDrawn="1">
            <p:custDataLst>
              <p:tags r:id="rId8"/>
            </p:custDataLst>
          </p:nvPr>
        </p:nvCxnSpPr>
        <p:spPr>
          <a:xfrm>
            <a:off x="415528" y="4839891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/>
          <p:cNvCxnSpPr/>
          <p:nvPr userDrawn="1">
            <p:custDataLst>
              <p:tags r:id="rId9"/>
            </p:custDataLst>
          </p:nvPr>
        </p:nvCxnSpPr>
        <p:spPr>
          <a:xfrm>
            <a:off x="4930379" y="887016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TopLineLeft"/>
          <p:cNvCxnSpPr/>
          <p:nvPr userDrawn="1">
            <p:custDataLst>
              <p:tags r:id="rId10"/>
            </p:custDataLst>
          </p:nvPr>
        </p:nvCxnSpPr>
        <p:spPr>
          <a:xfrm>
            <a:off x="415528" y="887016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5"/>
          <p:cNvCxnSpPr/>
          <p:nvPr userDrawn="1">
            <p:custDataLst>
              <p:tags r:id="rId11"/>
            </p:custDataLst>
          </p:nvPr>
        </p:nvCxnSpPr>
        <p:spPr>
          <a:xfrm>
            <a:off x="415528" y="887016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5. Source" hidden="1"/>
          <p:cNvSpPr txBox="1">
            <a:spLocks noChangeArrowheads="1"/>
          </p:cNvSpPr>
          <p:nvPr userDrawn="1">
            <p:custDataLst>
              <p:tags r:id="rId12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Source: …</a:t>
            </a:r>
          </a:p>
        </p:txBody>
      </p:sp>
      <p:sp>
        <p:nvSpPr>
          <p:cNvPr id="17" name="TextBox 3"/>
          <p:cNvSpPr txBox="1">
            <a:spLocks noChangeArrowheads="1"/>
          </p:cNvSpPr>
          <p:nvPr userDrawn="1"/>
        </p:nvSpPr>
        <p:spPr bwMode="auto">
          <a:xfrm>
            <a:off x="251222" y="1127522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2. Slide Title"/>
          <p:cNvSpPr>
            <a:spLocks noGrp="1"/>
          </p:cNvSpPr>
          <p:nvPr>
            <p:ph type="title"/>
          </p:nvPr>
        </p:nvSpPr>
        <p:spPr>
          <a:xfrm>
            <a:off x="416052" y="266319"/>
            <a:ext cx="3799332" cy="548640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</p:nvPr>
        </p:nvSpPr>
        <p:spPr>
          <a:xfrm>
            <a:off x="416052" y="965577"/>
            <a:ext cx="3799332" cy="2285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5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703861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3" r:id="rId14" imgW="360" imgH="360" progId="TCLayout.ActiveDocument.1">
                  <p:embed/>
                </p:oleObj>
              </mc:Choice>
              <mc:Fallback>
                <p:oleObj r:id="rId14" imgW="360" imgH="360" progId="TCLayout.ActiveDocument.1">
                  <p:embed/>
                  <p:pic>
                    <p:nvPicPr>
                      <p:cNvPr id="6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8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1" y="0"/>
            <a:ext cx="4574381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1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SlideLogoText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sp>
        <p:nvSpPr>
          <p:cNvPr id="10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839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</a:t>
            </a:r>
          </a:p>
        </p:txBody>
      </p:sp>
      <p:cxnSp>
        <p:nvCxnSpPr>
          <p:cNvPr id="11" name="BottomLineRight"/>
          <p:cNvCxnSpPr/>
          <p:nvPr userDrawn="1">
            <p:custDataLst>
              <p:tags r:id="rId7"/>
            </p:custDataLst>
          </p:nvPr>
        </p:nvCxnSpPr>
        <p:spPr>
          <a:xfrm>
            <a:off x="4930379" y="4839891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Left"/>
          <p:cNvCxnSpPr/>
          <p:nvPr userDrawn="1">
            <p:custDataLst>
              <p:tags r:id="rId8"/>
            </p:custDataLst>
          </p:nvPr>
        </p:nvCxnSpPr>
        <p:spPr>
          <a:xfrm>
            <a:off x="415528" y="4839891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/>
          <p:cNvCxnSpPr/>
          <p:nvPr userDrawn="1">
            <p:custDataLst>
              <p:tags r:id="rId9"/>
            </p:custDataLst>
          </p:nvPr>
        </p:nvCxnSpPr>
        <p:spPr>
          <a:xfrm>
            <a:off x="4930379" y="887016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TopLineLeft"/>
          <p:cNvCxnSpPr/>
          <p:nvPr userDrawn="1">
            <p:custDataLst>
              <p:tags r:id="rId10"/>
            </p:custDataLst>
          </p:nvPr>
        </p:nvCxnSpPr>
        <p:spPr>
          <a:xfrm>
            <a:off x="415528" y="887016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5"/>
          <p:cNvCxnSpPr/>
          <p:nvPr userDrawn="1">
            <p:custDataLst>
              <p:tags r:id="rId11"/>
            </p:custDataLst>
          </p:nvPr>
        </p:nvCxnSpPr>
        <p:spPr>
          <a:xfrm>
            <a:off x="415528" y="887016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5. Source" hidden="1"/>
          <p:cNvSpPr txBox="1">
            <a:spLocks noChangeArrowheads="1"/>
          </p:cNvSpPr>
          <p:nvPr userDrawn="1">
            <p:custDataLst>
              <p:tags r:id="rId12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Source: …</a:t>
            </a:r>
          </a:p>
        </p:txBody>
      </p:sp>
      <p:sp>
        <p:nvSpPr>
          <p:cNvPr id="17" name="TextBox 3"/>
          <p:cNvSpPr txBox="1">
            <a:spLocks noChangeArrowheads="1"/>
          </p:cNvSpPr>
          <p:nvPr userDrawn="1"/>
        </p:nvSpPr>
        <p:spPr bwMode="auto">
          <a:xfrm>
            <a:off x="251222" y="1127522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2. Slide Title"/>
          <p:cNvSpPr>
            <a:spLocks noGrp="1"/>
          </p:cNvSpPr>
          <p:nvPr>
            <p:ph type="title"/>
          </p:nvPr>
        </p:nvSpPr>
        <p:spPr>
          <a:xfrm>
            <a:off x="4929878" y="266319"/>
            <a:ext cx="3799332" cy="548640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</p:nvPr>
        </p:nvSpPr>
        <p:spPr>
          <a:xfrm>
            <a:off x="4929878" y="965577"/>
            <a:ext cx="3799332" cy="2285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5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046884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7" r:id="rId14" imgW="360" imgH="360" progId="TCLayout.ActiveDocument.1">
                  <p:embed/>
                </p:oleObj>
              </mc:Choice>
              <mc:Fallback>
                <p:oleObj r:id="rId14" imgW="360" imgH="360" progId="TCLayout.ActiveDocument.1">
                  <p:embed/>
                  <p:pic>
                    <p:nvPicPr>
                      <p:cNvPr id="5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7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5872162" y="0"/>
            <a:ext cx="3271838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1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SlideLogoText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sp>
        <p:nvSpPr>
          <p:cNvPr id="9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839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</a:t>
            </a:r>
          </a:p>
        </p:txBody>
      </p:sp>
      <p:cxnSp>
        <p:nvCxnSpPr>
          <p:cNvPr id="10" name="BottomLineRight"/>
          <p:cNvCxnSpPr/>
          <p:nvPr userDrawn="1">
            <p:custDataLst>
              <p:tags r:id="rId7"/>
            </p:custDataLst>
          </p:nvPr>
        </p:nvCxnSpPr>
        <p:spPr>
          <a:xfrm>
            <a:off x="6130529" y="4839891"/>
            <a:ext cx="259913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/>
          <p:cNvCxnSpPr/>
          <p:nvPr userDrawn="1">
            <p:custDataLst>
              <p:tags r:id="rId8"/>
            </p:custDataLst>
          </p:nvPr>
        </p:nvCxnSpPr>
        <p:spPr>
          <a:xfrm>
            <a:off x="415529" y="4839891"/>
            <a:ext cx="52268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TopLineRight"/>
          <p:cNvCxnSpPr/>
          <p:nvPr userDrawn="1">
            <p:custDataLst>
              <p:tags r:id="rId9"/>
            </p:custDataLst>
          </p:nvPr>
        </p:nvCxnSpPr>
        <p:spPr>
          <a:xfrm>
            <a:off x="6130529" y="887016"/>
            <a:ext cx="259913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Left"/>
          <p:cNvCxnSpPr/>
          <p:nvPr userDrawn="1">
            <p:custDataLst>
              <p:tags r:id="rId10"/>
            </p:custDataLst>
          </p:nvPr>
        </p:nvCxnSpPr>
        <p:spPr>
          <a:xfrm>
            <a:off x="415529" y="887016"/>
            <a:ext cx="522684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7"/>
          <p:cNvCxnSpPr/>
          <p:nvPr userDrawn="1">
            <p:custDataLst>
              <p:tags r:id="rId11"/>
            </p:custDataLst>
          </p:nvPr>
        </p:nvCxnSpPr>
        <p:spPr>
          <a:xfrm>
            <a:off x="415529" y="887016"/>
            <a:ext cx="52268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5. Source" hidden="1"/>
          <p:cNvSpPr txBox="1">
            <a:spLocks noChangeArrowheads="1"/>
          </p:cNvSpPr>
          <p:nvPr userDrawn="1">
            <p:custDataLst>
              <p:tags r:id="rId12"/>
            </p:custDataLst>
          </p:nvPr>
        </p:nvSpPr>
        <p:spPr bwMode="auto">
          <a:xfrm>
            <a:off x="415529" y="4876800"/>
            <a:ext cx="5226844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Source: …</a:t>
            </a:r>
          </a:p>
        </p:txBody>
      </p:sp>
      <p:sp>
        <p:nvSpPr>
          <p:cNvPr id="19" name="2. Slide Title"/>
          <p:cNvSpPr>
            <a:spLocks noGrp="1"/>
          </p:cNvSpPr>
          <p:nvPr>
            <p:ph type="title"/>
          </p:nvPr>
        </p:nvSpPr>
        <p:spPr>
          <a:xfrm>
            <a:off x="416052" y="266319"/>
            <a:ext cx="5225796" cy="548640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</p:nvPr>
        </p:nvSpPr>
        <p:spPr>
          <a:xfrm>
            <a:off x="416052" y="968344"/>
            <a:ext cx="5225796" cy="20774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895077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91" r:id="rId13" imgW="360" imgH="360" progId="TCLayout.ActiveDocument.1">
                  <p:embed/>
                </p:oleObj>
              </mc:Choice>
              <mc:Fallback>
                <p:oleObj r:id="rId13" imgW="360" imgH="360" progId="TCLayout.ActiveDocument.1">
                  <p:embed/>
                  <p:pic>
                    <p:nvPicPr>
                      <p:cNvPr id="5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7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6586537" y="0"/>
            <a:ext cx="2557463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SlideLogoText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sp>
        <p:nvSpPr>
          <p:cNvPr id="9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8484394" y="4874129"/>
            <a:ext cx="244079" cy="103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0" tIns="0" rIns="0" bIns="0" anchor="b">
            <a:spAutoFit/>
          </a:bodyPr>
          <a:lstStyle/>
          <a:p>
            <a:pPr marL="0" marR="0" lvl="0" indent="0" algn="r" defTabSz="4581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A38DC6-9F87-47A9-AC1D-AB5B002D9D36}" type="slidenum">
              <a:rPr kumimoji="0" lang="en-US" sz="6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704020202020204"/>
                <a:ea typeface="+mn-ea"/>
                <a:cs typeface="Arial" panose="020B0704020202020204" pitchFamily="34" charset="0"/>
              </a:rPr>
              <a:pPr marL="0" marR="0" lvl="0" indent="0" algn="r" defTabSz="4581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67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704020202020204"/>
              <a:ea typeface="+mn-ea"/>
              <a:cs typeface="Arial" panose="020B0704020202020204" pitchFamily="34" charset="0"/>
            </a:endParaRPr>
          </a:p>
        </p:txBody>
      </p:sp>
      <p:cxnSp>
        <p:nvCxnSpPr>
          <p:cNvPr id="10" name="BottomLineRight"/>
          <p:cNvCxnSpPr/>
          <p:nvPr>
            <p:custDataLst>
              <p:tags r:id="rId7"/>
            </p:custDataLst>
          </p:nvPr>
        </p:nvCxnSpPr>
        <p:spPr>
          <a:xfrm>
            <a:off x="6840141" y="4839891"/>
            <a:ext cx="188595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/>
          <p:cNvCxnSpPr/>
          <p:nvPr>
            <p:custDataLst>
              <p:tags r:id="rId8"/>
            </p:custDataLst>
          </p:nvPr>
        </p:nvCxnSpPr>
        <p:spPr>
          <a:xfrm>
            <a:off x="415529" y="4839891"/>
            <a:ext cx="59400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TopLineRight"/>
          <p:cNvCxnSpPr/>
          <p:nvPr userDrawn="1">
            <p:custDataLst>
              <p:tags r:id="rId9"/>
            </p:custDataLst>
          </p:nvPr>
        </p:nvCxnSpPr>
        <p:spPr>
          <a:xfrm>
            <a:off x="6840141" y="887016"/>
            <a:ext cx="188595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Left"/>
          <p:cNvCxnSpPr/>
          <p:nvPr userDrawn="1">
            <p:custDataLst>
              <p:tags r:id="rId10"/>
            </p:custDataLst>
          </p:nvPr>
        </p:nvCxnSpPr>
        <p:spPr>
          <a:xfrm>
            <a:off x="415529" y="887016"/>
            <a:ext cx="59400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5. Source" hidden="1"/>
          <p:cNvSpPr txBox="1"/>
          <p:nvPr userDrawn="1">
            <p:custDataLst>
              <p:tags r:id="rId11"/>
            </p:custDataLst>
          </p:nvPr>
        </p:nvSpPr>
        <p:spPr>
          <a:xfrm>
            <a:off x="415529" y="4876800"/>
            <a:ext cx="5459015" cy="9233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7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7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—"/>
              <a:defRPr sz="1600">
                <a:cs typeface="Arial" panose="020B07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»"/>
              <a:defRPr sz="1600">
                <a:cs typeface="Arial" panose="020B07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704020202020204" pitchFamily="34" charset="0"/>
              <a:buChar char="›"/>
              <a:defRPr sz="1600">
                <a:cs typeface="Arial" panose="020B07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704020202020204" pitchFamily="34" charset="0"/>
              <a:buChar char="▫"/>
              <a:defRPr sz="1600">
                <a:cs typeface="Arial" panose="020B07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704020202020204" pitchFamily="34" charset="0"/>
              <a:buChar char="▫"/>
              <a:defRPr sz="1600">
                <a:cs typeface="Arial" panose="020B07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704020202020204" pitchFamily="34" charset="0"/>
              <a:buChar char="▫"/>
              <a:defRPr sz="1600">
                <a:cs typeface="Arial" panose="020B07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704020202020204" pitchFamily="34" charset="0"/>
              <a:buChar char="▫"/>
              <a:defRPr sz="1600">
                <a:cs typeface="Arial" panose="020B0704020202020204" pitchFamily="34" charset="0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704020202020204"/>
                <a:ea typeface="+mn-ea"/>
                <a:cs typeface="Arial" panose="020B0704020202020204" pitchFamily="34" charset="0"/>
              </a:rPr>
              <a:t>Source: …</a:t>
            </a:r>
          </a:p>
        </p:txBody>
      </p:sp>
      <p:sp>
        <p:nvSpPr>
          <p:cNvPr id="19" name="2. Slide Title"/>
          <p:cNvSpPr>
            <a:spLocks noGrp="1"/>
          </p:cNvSpPr>
          <p:nvPr>
            <p:ph type="title"/>
          </p:nvPr>
        </p:nvSpPr>
        <p:spPr>
          <a:xfrm>
            <a:off x="416052" y="265622"/>
            <a:ext cx="5939028" cy="548640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</p:nvPr>
        </p:nvSpPr>
        <p:spPr>
          <a:xfrm>
            <a:off x="416052" y="968344"/>
            <a:ext cx="5939028" cy="22288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428927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5" r:id="rId5" imgW="360" imgH="360" progId="TCLayout.ActiveDocument.1">
                  <p:embed/>
                </p:oleObj>
              </mc:Choice>
              <mc:Fallback>
                <p:oleObj r:id="rId5" imgW="360" imgH="360" progId="TCLayout.ActiveDocument.1">
                  <p:embed/>
                  <p:pic>
                    <p:nvPicPr>
                      <p:cNvPr id="3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5. Source" hidden="1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Source: …</a:t>
            </a:r>
          </a:p>
        </p:txBody>
      </p:sp>
      <p:sp>
        <p:nvSpPr>
          <p:cNvPr id="2" name="ClientLogo"/>
          <p:cNvSpPr>
            <a:spLocks noGrp="1"/>
          </p:cNvSpPr>
          <p:nvPr>
            <p:ph type="pic" sz="quarter" idx="14" hasCustomPrompt="1"/>
          </p:nvPr>
        </p:nvSpPr>
        <p:spPr>
          <a:xfrm>
            <a:off x="3822668" y="2179868"/>
            <a:ext cx="1498664" cy="7837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logo goes here.</a:t>
            </a:r>
          </a:p>
        </p:txBody>
      </p:sp>
    </p:spTree>
    <p:extLst>
      <p:ext uri="{BB962C8B-B14F-4D97-AF65-F5344CB8AC3E}">
        <p14:creationId xmlns:p14="http://schemas.microsoft.com/office/powerpoint/2010/main" val="312571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er blue">
    <p:bg bwMode="auto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 hidden="1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6" name="SlideLogoText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cxnSp>
        <p:nvCxnSpPr>
          <p:cNvPr id="8" name="BottomLine"/>
          <p:cNvCxnSpPr/>
          <p:nvPr userDrawn="1">
            <p:custDataLst>
              <p:tags r:id="rId5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TopLine"/>
          <p:cNvCxnSpPr/>
          <p:nvPr userDrawn="1">
            <p:custDataLst>
              <p:tags r:id="rId6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4. Footnote" hidden="1"/>
          <p:cNvSpPr txBox="1">
            <a:spLocks noChangeArrowheads="1"/>
          </p:cNvSpPr>
          <p:nvPr userDrawn="1">
            <p:custDataLst>
              <p:tags r:id="rId7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Footnotes</a:t>
            </a:r>
          </a:p>
        </p:txBody>
      </p:sp>
      <p:grpSp>
        <p:nvGrpSpPr>
          <p:cNvPr id="11" name="Grid" hidden="1"/>
          <p:cNvGrpSpPr>
            <a:grpSpLocks/>
          </p:cNvGrpSpPr>
          <p:nvPr userDrawn="1">
            <p:custDataLst>
              <p:tags r:id="rId8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2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3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7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8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0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1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2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3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4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5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6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7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8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9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50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5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7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8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9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0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1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2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3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4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5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6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7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</p:grpSp>
      <p:grpSp>
        <p:nvGrpSpPr>
          <p:cNvPr id="108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9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0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1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2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3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grpSp>
          <p:nvGrpSpPr>
            <p:cNvPr id="114" name="MoonLegend1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7" name="Oval 166"/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8" name="Arc 167" hidden="1"/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5" name="MoonLegend2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5" name="Oval 164"/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6" name="Arc 165"/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6" name="MoonLegend3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3" name="Oval 162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4" name="Arc 163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7" name="MoonLegend4"/>
            <p:cNvGrpSpPr>
              <a:grpSpLocks noChangeAspect="1"/>
            </p:cNvGrpSpPr>
            <p:nvPr>
              <p:custDataLst>
                <p:tags r:id="rId15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1" name="Oval 160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2" name="Arc 161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8" name="MoonLegend5"/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9" name="Oval 158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0" name="Arc 159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9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0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marL="0" marR="0" lvl="0" indent="0" algn="l" defTabSz="89535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sz="675" b="1" i="0" u="none" strike="noStrike" kern="1200" cap="none" spc="38" normalizeH="0" baseline="0" noProof="1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Sticker</a:t>
              </a:r>
              <a:endParaRPr kumimoji="0" lang="en-US" sz="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1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2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3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4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5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6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7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8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139" name="Object 2" hidden="1"/>
          <p:cNvGraphicFramePr>
            <a:graphicFrameLocks noChangeAspect="1"/>
          </p:cNvGraphicFramePr>
          <p:nvPr userDrawn="1">
            <p:custDataLst>
              <p:tags r:id="rId9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9" r:id="rId29" imgW="7761960" imgH="10047960" progId="TCLayout.ActiveDocument.1">
                  <p:embed/>
                </p:oleObj>
              </mc:Choice>
              <mc:Fallback>
                <p:oleObj r:id="rId29" imgW="7761960" imgH="10047960" progId="TCLayout.ActiveDocument.1">
                  <p:embed/>
                  <p:pic>
                    <p:nvPicPr>
                      <p:cNvPr id="139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" name="Slide Number"/>
          <p:cNvSpPr>
            <a:spLocks noChangeArrowheads="1"/>
          </p:cNvSpPr>
          <p:nvPr userDrawn="1">
            <p:custDataLst>
              <p:tags r:id="rId10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839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</a:t>
            </a:r>
          </a:p>
        </p:txBody>
      </p:sp>
      <p:sp>
        <p:nvSpPr>
          <p:cNvPr id="141" name="5. Source" hidden="1"/>
          <p:cNvSpPr txBox="1">
            <a:spLocks noChangeArrowheads="1"/>
          </p:cNvSpPr>
          <p:nvPr userDrawn="1">
            <p:custDataLst>
              <p:tags r:id="rId11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Source: …</a:t>
            </a:r>
          </a:p>
        </p:txBody>
      </p:sp>
      <p:sp>
        <p:nvSpPr>
          <p:cNvPr id="142" name="TextBox 3"/>
          <p:cNvSpPr txBox="1">
            <a:spLocks noChangeArrowheads="1"/>
          </p:cNvSpPr>
          <p:nvPr userDrawn="1"/>
        </p:nvSpPr>
        <p:spPr bwMode="auto">
          <a:xfrm>
            <a:off x="1382316" y="-600075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2. Slide Title"/>
          <p:cNvSpPr>
            <a:spLocks noGrp="1"/>
          </p:cNvSpPr>
          <p:nvPr>
            <p:ph type="title"/>
          </p:nvPr>
        </p:nvSpPr>
        <p:spPr>
          <a:xfrm>
            <a:off x="416052" y="3435351"/>
            <a:ext cx="8311896" cy="50783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300">
                <a:solidFill>
                  <a:schemeClr val="bg2"/>
                </a:solidFill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12134694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userDrawn="1">
  <p:cSld name="Title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7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cxnSp>
        <p:nvCxnSpPr>
          <p:cNvPr id="8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Footnotes</a:t>
            </a:r>
          </a:p>
        </p:txBody>
      </p:sp>
      <p:grpSp>
        <p:nvGrpSpPr>
          <p:cNvPr id="11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2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3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7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8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0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1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2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3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4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5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6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7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8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9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0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1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52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7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9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100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1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2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3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4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5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6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7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8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9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</p:grpSp>
      <p:grpSp>
        <p:nvGrpSpPr>
          <p:cNvPr id="110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11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2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3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4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5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grpSp>
          <p:nvGrpSpPr>
            <p:cNvPr id="116" name="MoonLegend1"/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9" name="Oval 166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30" name="Arc 167" hidden="1"/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7" name="MoonLegend2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7" name="Oval 164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8" name="Arc 165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8" name="MoonLegend3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5" name="Oval 162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6" name="Arc 163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9" name="MoonLegend4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3" name="Oval 160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4" name="Arc 161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20" name="MoonLegend5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1" name="Oval 158"/>
              <p:cNvSpPr/>
              <p:nvPr>
                <p:custDataLst>
                  <p:tags r:id="rId14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2" name="Arc 159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1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2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marL="0" marR="0" lvl="0" indent="0" algn="l" defTabSz="89535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sz="675" b="1" i="0" u="none" strike="noStrike" kern="1200" cap="none" spc="38" normalizeH="0" baseline="0" noProof="1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Sticker</a:t>
              </a:r>
              <a:endParaRPr kumimoji="0" lang="en-US" sz="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3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4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5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6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7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8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9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0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41" name="Slide Number"/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839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</a:t>
            </a:r>
          </a:p>
        </p:txBody>
      </p:sp>
      <p:sp>
        <p:nvSpPr>
          <p:cNvPr id="33" name="Google Shape;33;p57"/>
          <p:cNvSpPr txBox="1">
            <a:spLocks noGrp="1"/>
          </p:cNvSpPr>
          <p:nvPr>
            <p:ph type="title"/>
          </p:nvPr>
        </p:nvSpPr>
        <p:spPr>
          <a:xfrm>
            <a:off x="350855" y="273845"/>
            <a:ext cx="8379998" cy="608409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7"/>
          <p:cNvSpPr txBox="1">
            <a:spLocks noGrp="1"/>
          </p:cNvSpPr>
          <p:nvPr>
            <p:ph type="body" idx="1"/>
          </p:nvPr>
        </p:nvSpPr>
        <p:spPr>
          <a:xfrm>
            <a:off x="426839" y="1050025"/>
            <a:ext cx="8304014" cy="362207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8480800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userDrawn="1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3" r:id="rId4" imgW="7761960" imgH="10047960" progId="TCLayout.ActiveDocument.1">
                  <p:embed/>
                </p:oleObj>
              </mc:Choice>
              <mc:Fallback>
                <p:oleObj r:id="rId4" imgW="7761960" imgH="10047960" progId="TCLayout.ActiveDocument.1">
                  <p:embed/>
                  <p:pic>
                    <p:nvPicPr>
                      <p:cNvPr id="3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Google Shape;13;p38"/>
          <p:cNvSpPr txBox="1">
            <a:spLocks noChangeArrowheads="1"/>
          </p:cNvSpPr>
          <p:nvPr userDrawn="1"/>
        </p:nvSpPr>
        <p:spPr bwMode="auto">
          <a:xfrm>
            <a:off x="8373667" y="4819650"/>
            <a:ext cx="402431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69" tIns="34275" rIns="68569" bIns="34275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6203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Arial" panose="020B0604020202020204" pitchFamily="34" charset="0"/>
              </a:rPr>
              <a:t>*</a:t>
            </a:r>
          </a:p>
        </p:txBody>
      </p:sp>
      <p:sp>
        <p:nvSpPr>
          <p:cNvPr id="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  <p:sp>
        <p:nvSpPr>
          <p:cNvPr id="5" name="Google Shape;13;p38"/>
          <p:cNvSpPr txBox="1">
            <a:spLocks noGrp="1"/>
          </p:cNvSpPr>
          <p:nvPr>
            <p:ph type="sldNum" idx="18"/>
          </p:nvPr>
        </p:nvSpPr>
        <p:spPr>
          <a:xfrm>
            <a:off x="8373667" y="4819650"/>
            <a:ext cx="402431" cy="273844"/>
          </a:xfrm>
          <a:prstGeom prst="rect">
            <a:avLst/>
          </a:prstGeom>
        </p:spPr>
        <p:txBody>
          <a:bodyPr wrap="square" lIns="91425" tIns="45700" rIns="91425" bIns="45700" anchor="ctr" anchorCtr="0">
            <a:noAutofit/>
          </a:bodyPr>
          <a:lstStyle>
            <a:lvl1pPr marL="0" marR="0" lvl="0" indent="0" algn="r" rtl="0" fontAlgn="auto">
              <a:spcBef>
                <a:spcPts val="0"/>
              </a:spcBef>
              <a:spcAft>
                <a:spcPts val="0"/>
              </a:spcAft>
              <a:buNone/>
              <a:defRPr sz="675" b="0" i="0" u="none" strike="noStrike" cap="none" noProof="1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defTabSz="685800" eaLnBrk="1" hangingPunct="1"/>
            <a:fld id="{B69B2E55-D2ED-4AEE-A66C-946A4008A89F}" type="slidenum">
              <a:rPr lang="en-GB" smtClean="0"/>
              <a:pPr defTabSz="685800" eaLnBrk="1" hangingPunct="1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9153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" userDrawn="1">
  <p:cSld name="Agenda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7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cxnSp>
        <p:nvCxnSpPr>
          <p:cNvPr id="8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Footnotes</a:t>
            </a:r>
          </a:p>
        </p:txBody>
      </p:sp>
      <p:grpSp>
        <p:nvGrpSpPr>
          <p:cNvPr id="11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2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3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8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0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1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2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3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4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5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6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7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8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9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0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1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52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7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9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100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1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2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3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4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5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6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7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8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9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</p:grpSp>
      <p:grpSp>
        <p:nvGrpSpPr>
          <p:cNvPr id="110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11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2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3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4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5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grpSp>
          <p:nvGrpSpPr>
            <p:cNvPr id="116" name="MoonLegend1"/>
            <p:cNvGrpSpPr>
              <a:grpSpLocks noChangeAspect="1"/>
            </p:cNvGrpSpPr>
            <p:nvPr>
              <p:custDataLst>
                <p:tags r:id="rId8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9" name="Oval 166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30" name="Arc 167" hidden="1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7" name="MoonLegend2"/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7" name="Oval 164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8" name="Arc 165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8" name="MoonLegend3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5" name="Oval 162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6" name="Arc 163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9" name="MoonLegend4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3" name="Oval 160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4" name="Arc 161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20" name="MoonLegend5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1" name="Oval 158"/>
              <p:cNvSpPr/>
              <p:nvPr>
                <p:custDataLst>
                  <p:tags r:id="rId13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2" name="Arc 159"/>
              <p:cNvSpPr/>
              <p:nvPr>
                <p:custDataLst>
                  <p:tags r:id="rId14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1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2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marL="0" marR="0" lvl="0" indent="0" algn="l" defTabSz="89535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sz="675" b="1" i="0" u="none" strike="noStrike" kern="1200" cap="none" spc="38" normalizeH="0" baseline="0" noProof="1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Sticker</a:t>
              </a:r>
              <a:endParaRPr kumimoji="0" lang="en-US" sz="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3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4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5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6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7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8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9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0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1" name="Google Shape;21;p40"/>
          <p:cNvSpPr txBox="1">
            <a:spLocks noGrp="1"/>
          </p:cNvSpPr>
          <p:nvPr>
            <p:ph type="title"/>
          </p:nvPr>
        </p:nvSpPr>
        <p:spPr>
          <a:xfrm>
            <a:off x="352379" y="1246117"/>
            <a:ext cx="2253449" cy="608409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0"/>
          <p:cNvSpPr txBox="1">
            <a:spLocks noGrp="1"/>
          </p:cNvSpPr>
          <p:nvPr>
            <p:ph type="body" idx="1"/>
          </p:nvPr>
        </p:nvSpPr>
        <p:spPr>
          <a:xfrm>
            <a:off x="3743686" y="1246117"/>
            <a:ext cx="4987167" cy="3334899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marL="342900" lvl="0" indent="-247650" algn="l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200" b="0">
                <a:solidFill>
                  <a:srgbClr val="171616"/>
                </a:solidFill>
              </a:defRPr>
            </a:lvl1pPr>
            <a:lvl2pPr marL="685800" lvl="1" indent="-247650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200" b="0">
                <a:solidFill>
                  <a:srgbClr val="171616"/>
                </a:solidFill>
              </a:defRPr>
            </a:lvl2pPr>
            <a:lvl3pPr marL="1028700" lvl="2" indent="-247650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200" b="0">
                <a:solidFill>
                  <a:srgbClr val="171616"/>
                </a:solidFill>
              </a:defRPr>
            </a:lvl3pPr>
            <a:lvl4pPr marL="1371600" lvl="3" indent="-247650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200" b="0">
                <a:solidFill>
                  <a:srgbClr val="171616"/>
                </a:solidFill>
              </a:defRPr>
            </a:lvl4pPr>
            <a:lvl5pPr marL="1714500" lvl="4" indent="-247650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200" b="0">
                <a:solidFill>
                  <a:srgbClr val="171616"/>
                </a:solidFill>
              </a:defRPr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noProof="1"/>
          </a:p>
        </p:txBody>
      </p:sp>
      <p:sp>
        <p:nvSpPr>
          <p:cNvPr id="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  <p:sp>
        <p:nvSpPr>
          <p:cNvPr id="141" name="Google Shape;13;p38"/>
          <p:cNvSpPr txBox="1">
            <a:spLocks noGrp="1"/>
          </p:cNvSpPr>
          <p:nvPr>
            <p:ph type="sldNum" idx="18"/>
          </p:nvPr>
        </p:nvSpPr>
        <p:spPr>
          <a:xfrm>
            <a:off x="8373667" y="4819650"/>
            <a:ext cx="402431" cy="273844"/>
          </a:xfrm>
          <a:prstGeom prst="rect">
            <a:avLst/>
          </a:prstGeom>
        </p:spPr>
        <p:txBody>
          <a:bodyPr wrap="square" lIns="91425" tIns="45700" rIns="91425" bIns="45700" anchor="ctr" anchorCtr="0">
            <a:noAutofit/>
          </a:bodyPr>
          <a:lstStyle>
            <a:lvl1pPr marL="0" marR="0" lvl="0" indent="0" algn="r" rtl="0" fontAlgn="auto">
              <a:spcBef>
                <a:spcPts val="0"/>
              </a:spcBef>
              <a:spcAft>
                <a:spcPts val="0"/>
              </a:spcAft>
              <a:buNone/>
              <a:defRPr sz="675" b="0" i="0" u="none" strike="noStrike" cap="none" noProof="1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defTabSz="685800" eaLnBrk="1" hangingPunct="1"/>
            <a:fld id="{369C247A-88F2-4D9E-9457-30E88872100C}" type="slidenum">
              <a:rPr lang="en-GB" smtClean="0"/>
              <a:pPr defTabSz="685800" eaLnBrk="1" hangingPunct="1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92391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userDrawn="1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6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cxnSp>
        <p:nvCxnSpPr>
          <p:cNvPr id="7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Footnotes</a:t>
            </a:r>
          </a:p>
        </p:txBody>
      </p:sp>
      <p:grpSp>
        <p:nvGrpSpPr>
          <p:cNvPr id="10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1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2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5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7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8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0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1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2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3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4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5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6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7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8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9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50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5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7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8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9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0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1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2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3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4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5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6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7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</p:grpSp>
      <p:grpSp>
        <p:nvGrpSpPr>
          <p:cNvPr id="108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9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0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1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2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3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grpSp>
          <p:nvGrpSpPr>
            <p:cNvPr id="114" name="MoonLegend1"/>
            <p:cNvGrpSpPr>
              <a:grpSpLocks noChangeAspect="1"/>
            </p:cNvGrpSpPr>
            <p:nvPr>
              <p:custDataLst>
                <p:tags r:id="rId8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7" name="Oval 166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8" name="Arc 167" hidden="1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5" name="MoonLegend2"/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5" name="Oval 164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6" name="Arc 165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6" name="MoonLegend3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3" name="Oval 162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4" name="Arc 163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7" name="MoonLegend4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1" name="Oval 160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2" name="Arc 161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8" name="MoonLegend5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9" name="Oval 158"/>
              <p:cNvSpPr/>
              <p:nvPr>
                <p:custDataLst>
                  <p:tags r:id="rId13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0" name="Arc 159"/>
              <p:cNvSpPr/>
              <p:nvPr>
                <p:custDataLst>
                  <p:tags r:id="rId14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9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0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marL="0" marR="0" lvl="0" indent="0" algn="l" defTabSz="89535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sz="675" b="1" i="0" u="none" strike="noStrike" kern="1200" cap="none" spc="38" normalizeH="0" baseline="0" noProof="1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Sticker</a:t>
              </a:r>
              <a:endParaRPr kumimoji="0" lang="en-US" sz="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1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2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3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4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5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6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7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8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350855" y="273845"/>
            <a:ext cx="8379998" cy="608409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  <p:sp>
        <p:nvSpPr>
          <p:cNvPr id="139" name="Google Shape;13;p38"/>
          <p:cNvSpPr txBox="1">
            <a:spLocks noGrp="1"/>
          </p:cNvSpPr>
          <p:nvPr>
            <p:ph type="sldNum" idx="18"/>
          </p:nvPr>
        </p:nvSpPr>
        <p:spPr>
          <a:xfrm>
            <a:off x="8373667" y="4819650"/>
            <a:ext cx="402431" cy="273844"/>
          </a:xfrm>
          <a:prstGeom prst="rect">
            <a:avLst/>
          </a:prstGeom>
        </p:spPr>
        <p:txBody>
          <a:bodyPr wrap="square" lIns="91425" tIns="45700" rIns="91425" bIns="45700" anchor="ctr" anchorCtr="0">
            <a:noAutofit/>
          </a:bodyPr>
          <a:lstStyle>
            <a:lvl1pPr marL="0" marR="0" lvl="0" indent="0" algn="r" rtl="0" fontAlgn="auto">
              <a:spcBef>
                <a:spcPts val="0"/>
              </a:spcBef>
              <a:spcAft>
                <a:spcPts val="0"/>
              </a:spcAft>
              <a:buNone/>
              <a:defRPr sz="675" b="0" i="0" u="none" strike="noStrike" cap="none" noProof="1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defTabSz="685800" eaLnBrk="1" hangingPunct="1"/>
            <a:fld id="{F3631D43-0A86-4835-9D45-16D777E755A8}" type="slidenum">
              <a:rPr lang="en-GB" smtClean="0"/>
              <a:pPr defTabSz="685800" eaLnBrk="1" hangingPunct="1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85755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Frontpage dark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8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7" r:id="rId5" imgW="360" imgH="360" progId="TCLayout.ActiveDocument.1">
                  <p:embed/>
                </p:oleObj>
              </mc:Choice>
              <mc:Fallback>
                <p:oleObj r:id="rId5" imgW="360" imgH="360" progId="TCLayout.ActiveDocument.1">
                  <p:embed/>
                  <p:pic>
                    <p:nvPicPr>
                      <p:cNvPr id="6" name="Object 8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endParaRPr kumimoji="0" lang="en-US" sz="3300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3" name="ClientLogo"/>
          <p:cNvSpPr>
            <a:spLocks noGrp="1"/>
          </p:cNvSpPr>
          <p:nvPr>
            <p:ph type="pic" sz="quarter" idx="14" hasCustomPrompt="1"/>
          </p:nvPr>
        </p:nvSpPr>
        <p:spPr>
          <a:xfrm>
            <a:off x="413956" y="244936"/>
            <a:ext cx="1498664" cy="7837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logo goes here.</a:t>
            </a:r>
          </a:p>
        </p:txBody>
      </p:sp>
      <p:sp>
        <p:nvSpPr>
          <p:cNvPr id="15" name="Documenttype"/>
          <p:cNvSpPr>
            <a:spLocks noGrp="1"/>
          </p:cNvSpPr>
          <p:nvPr>
            <p:ph type="body" sz="quarter" idx="13" hasCustomPrompt="1"/>
          </p:nvPr>
        </p:nvSpPr>
        <p:spPr>
          <a:xfrm>
            <a:off x="416052" y="3382626"/>
            <a:ext cx="4691444" cy="16158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buNone/>
              <a:defRPr sz="1050">
                <a:solidFill>
                  <a:schemeClr val="tx1"/>
                </a:solidFill>
              </a:defRPr>
            </a:lvl1pPr>
            <a:lvl2pPr marL="87154" indent="0">
              <a:buNone/>
              <a:defRPr>
                <a:solidFill>
                  <a:schemeClr val="bg1"/>
                </a:solidFill>
              </a:defRPr>
            </a:lvl2pPr>
            <a:lvl3pPr marL="349568" indent="0">
              <a:buNone/>
              <a:defRPr>
                <a:solidFill>
                  <a:schemeClr val="bg1"/>
                </a:solidFill>
              </a:defRPr>
            </a:lvl3pPr>
            <a:lvl4pPr marL="610553" indent="0">
              <a:buNone/>
              <a:defRPr>
                <a:solidFill>
                  <a:schemeClr val="bg1"/>
                </a:solidFill>
              </a:defRPr>
            </a:lvl4pPr>
            <a:lvl5pPr marL="871061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1"/>
              <a:t>Click to change date</a:t>
            </a:r>
          </a:p>
        </p:txBody>
      </p:sp>
      <p:sp>
        <p:nvSpPr>
          <p:cNvPr id="1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413956" y="3069420"/>
            <a:ext cx="4691444" cy="23083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change Master subtitle style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 hasCustomPrompt="1"/>
          </p:nvPr>
        </p:nvSpPr>
        <p:spPr>
          <a:xfrm>
            <a:off x="413956" y="1889760"/>
            <a:ext cx="4691444" cy="10888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33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909408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6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cxnSp>
        <p:nvCxnSpPr>
          <p:cNvPr id="7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Footnotes</a:t>
            </a:r>
          </a:p>
        </p:txBody>
      </p:sp>
      <p:grpSp>
        <p:nvGrpSpPr>
          <p:cNvPr id="10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1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2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5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7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8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0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1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2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3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4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5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6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7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8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49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4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6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7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8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9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0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1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2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3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4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5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6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</p:grpSp>
      <p:grpSp>
        <p:nvGrpSpPr>
          <p:cNvPr id="107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8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9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0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1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2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grpSp>
          <p:nvGrpSpPr>
            <p:cNvPr id="113" name="MoonLegend1"/>
            <p:cNvGrpSpPr>
              <a:grpSpLocks noChangeAspect="1"/>
            </p:cNvGrpSpPr>
            <p:nvPr>
              <p:custDataLst>
                <p:tags r:id="rId8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6" name="Oval 166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7" name="Arc 167" hidden="1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4" name="MoonLegend2"/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4" name="Oval 164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5" name="Arc 165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5" name="MoonLegend3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2" name="Oval 162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3" name="Arc 163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6" name="MoonLegend4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0" name="Oval 160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1" name="Arc 161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7" name="MoonLegend5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8" name="Oval 158"/>
              <p:cNvSpPr/>
              <p:nvPr>
                <p:custDataLst>
                  <p:tags r:id="rId13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9" name="Arc 159"/>
              <p:cNvSpPr/>
              <p:nvPr>
                <p:custDataLst>
                  <p:tags r:id="rId14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8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29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marL="0" marR="0" lvl="0" indent="0" algn="l" defTabSz="89535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sz="675" b="1" i="0" u="none" strike="noStrike" kern="1200" cap="none" spc="38" normalizeH="0" baseline="0" noProof="1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Sticker</a:t>
              </a:r>
              <a:endParaRPr kumimoji="0" lang="en-US" sz="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0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1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2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3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4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5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6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7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Click to edit Master title style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noProof="1"/>
              <a:t>Click to edit Master text styles</a:t>
            </a:r>
          </a:p>
          <a:p>
            <a:pPr lvl="1"/>
            <a:r>
              <a:rPr lang="en-GB" noProof="1"/>
              <a:t>Second level</a:t>
            </a:r>
          </a:p>
          <a:p>
            <a:pPr lvl="2"/>
            <a:r>
              <a:rPr lang="en-GB" noProof="1"/>
              <a:t>Third level</a:t>
            </a:r>
          </a:p>
          <a:p>
            <a:pPr lvl="3"/>
            <a:r>
              <a:rPr lang="en-GB" noProof="1"/>
              <a:t>Fourth level</a:t>
            </a:r>
          </a:p>
          <a:p>
            <a:pPr lvl="4"/>
            <a:r>
              <a:rPr lang="en-GB" noProof="1"/>
              <a:t>Fifth level</a:t>
            </a:r>
            <a:endParaRPr lang="en-US" noProof="1"/>
          </a:p>
        </p:txBody>
      </p:sp>
      <p:sp>
        <p:nvSpPr>
          <p:cNvPr id="138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5823348" y="4819650"/>
            <a:ext cx="25503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defRPr sz="675" noProof="1" dirty="0">
                <a:solidFill>
                  <a:srgbClr val="062032"/>
                </a:solidFill>
                <a:latin typeface="Arial" panose="020B0704020202020204" pitchFamily="34" charset="0"/>
                <a:cs typeface="Arial" panose="020B0704020202020204" pitchFamily="34" charset="0"/>
              </a:defRPr>
            </a:lvl1pPr>
          </a:lstStyle>
          <a:p>
            <a:pPr defTabSz="685800" eaLnBrk="1" hangingPunct="1"/>
            <a:endParaRPr lang="en-US">
              <a:ea typeface="+mn-ea"/>
            </a:endParaRPr>
          </a:p>
        </p:txBody>
      </p:sp>
      <p:sp>
        <p:nvSpPr>
          <p:cNvPr id="13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498681" y="4819650"/>
            <a:ext cx="27741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defRPr sz="675" noProof="1" smtClean="0">
                <a:solidFill>
                  <a:srgbClr val="062032"/>
                </a:solidFill>
                <a:latin typeface="Arial" panose="020B0704020202020204" pitchFamily="34" charset="0"/>
                <a:cs typeface="Arial" panose="020B0704020202020204" pitchFamily="34" charset="0"/>
              </a:defRPr>
            </a:lvl1pPr>
          </a:lstStyle>
          <a:p>
            <a:pPr defTabSz="685800" eaLnBrk="1" hangingPunct="1"/>
            <a:fld id="{34D5C3B8-0A27-4B4F-8679-5D519C8F9859}" type="slidenum">
              <a:rPr lang="en-US" smtClean="0">
                <a:ea typeface="+mn-ea"/>
              </a:rPr>
              <a:pPr defTabSz="685800" eaLnBrk="1" hangingPunct="1"/>
              <a:t>‹#›</a:t>
            </a:fld>
            <a:endParaRPr lang="en-US"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69494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1_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5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cxnSp>
        <p:nvCxnSpPr>
          <p:cNvPr id="6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Footnotes</a:t>
            </a:r>
          </a:p>
        </p:txBody>
      </p:sp>
      <p:grpSp>
        <p:nvGrpSpPr>
          <p:cNvPr id="9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0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1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4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5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7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8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0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1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2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3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4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5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6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7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8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49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4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6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7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8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9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0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1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2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3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4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5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6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</p:grpSp>
      <p:grpSp>
        <p:nvGrpSpPr>
          <p:cNvPr id="107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8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9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0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1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2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grpSp>
          <p:nvGrpSpPr>
            <p:cNvPr id="113" name="MoonLegend1"/>
            <p:cNvGrpSpPr>
              <a:grpSpLocks noChangeAspect="1"/>
            </p:cNvGrpSpPr>
            <p:nvPr>
              <p:custDataLst>
                <p:tags r:id="rId8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6" name="Oval 166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7" name="Arc 167" hidden="1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4" name="MoonLegend2"/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4" name="Oval 164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5" name="Arc 165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5" name="MoonLegend3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2" name="Oval 162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3" name="Arc 163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6" name="MoonLegend4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0" name="Oval 160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1" name="Arc 161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7" name="MoonLegend5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8" name="Oval 158"/>
              <p:cNvSpPr/>
              <p:nvPr>
                <p:custDataLst>
                  <p:tags r:id="rId13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9" name="Arc 159"/>
              <p:cNvSpPr/>
              <p:nvPr>
                <p:custDataLst>
                  <p:tags r:id="rId14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8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29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marL="0" marR="0" lvl="0" indent="0" algn="l" defTabSz="89535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sz="675" b="1" i="0" u="none" strike="noStrike" kern="1200" cap="none" spc="38" normalizeH="0" baseline="0" noProof="1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Sticker</a:t>
              </a:r>
              <a:endParaRPr kumimoji="0" lang="en-US" sz="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0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1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2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3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4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5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6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7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38" name="Google Shape;27;p41"/>
          <p:cNvSpPr txBox="1">
            <a:spLocks noChangeArrowheads="1"/>
          </p:cNvSpPr>
          <p:nvPr/>
        </p:nvSpPr>
        <p:spPr bwMode="auto">
          <a:xfrm>
            <a:off x="5823348" y="4819650"/>
            <a:ext cx="2550319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69" tIns="34275" rIns="68569" bIns="34275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Arial" panose="020B0604020202020204" pitchFamily="34" charset="0"/>
              </a:rPr>
              <a:t>Company Name</a:t>
            </a:r>
            <a:endParaRPr kumimoji="0" lang="en-US" altLang="en-US" sz="675" b="0" i="0" u="none" strike="noStrike" kern="1200" cap="none" spc="0" normalizeH="0" baseline="0" noProof="0" smtClean="0">
              <a:ln>
                <a:noFill/>
              </a:ln>
              <a:solidFill>
                <a:srgbClr val="17161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9" name="Google Shape;28;p41"/>
          <p:cNvSpPr txBox="1">
            <a:spLocks noChangeArrowheads="1"/>
          </p:cNvSpPr>
          <p:nvPr/>
        </p:nvSpPr>
        <p:spPr bwMode="auto">
          <a:xfrm>
            <a:off x="8498681" y="4819650"/>
            <a:ext cx="27741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69" tIns="34275" rIns="68569" bIns="34275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Arial" panose="020B0604020202020204" pitchFamily="34" charset="0"/>
              </a:rPr>
              <a:t>*</a:t>
            </a:r>
            <a:endParaRPr kumimoji="0" lang="en-US" altLang="en-US" sz="675" b="0" i="0" u="none" strike="noStrike" kern="1200" cap="none" spc="0" normalizeH="0" baseline="0" noProof="0" smtClean="0">
              <a:ln>
                <a:noFill/>
              </a:ln>
              <a:solidFill>
                <a:srgbClr val="17161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350855" y="273845"/>
            <a:ext cx="8379998" cy="608409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806281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67816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232A-CDD4-E04C-BBB1-F0B9B865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CAFA3-850E-8D47-B80D-AC3DD277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1FF9E4-4AF9-F74A-8400-DE943D3D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99916-FBF6-5643-B142-C791CED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83418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1771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29724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135053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3621291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215899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34550281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mtClean="0">
                <a:solidFill>
                  <a:prstClr val="white"/>
                </a:solidFill>
                <a:ea typeface="微软雅黑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lang="en-US" altLang="zh-CN" smtClean="0">
                <a:solidFill>
                  <a:prstClr val="white"/>
                </a:solidFill>
                <a:ea typeface="微软雅黑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7933983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04000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674347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232A-CDD4-E04C-BBB1-F0B9B865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CAFA3-850E-8D47-B80D-AC3DD277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1FF9E4-4AF9-F74A-8400-DE943D3D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99916-FBF6-5643-B142-C791CED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59408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65472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1382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9154982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5560386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9944274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94826678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45028160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072386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8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15" r:id="rId5" imgW="360" imgH="360" progId="TCLayout.ActiveDocument.1">
                  <p:embed/>
                </p:oleObj>
              </mc:Choice>
              <mc:Fallback>
                <p:oleObj r:id="rId5" imgW="360" imgH="360" progId="TCLayout.ActiveDocument.1">
                  <p:embed/>
                  <p:pic>
                    <p:nvPicPr>
                      <p:cNvPr id="7" name="Object 8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>
              <a:spcBef>
                <a:spcPts val="225"/>
              </a:spcBef>
              <a:spcAft>
                <a:spcPts val="225"/>
              </a:spcAft>
            </a:pPr>
            <a:endParaRPr lang="en-US" sz="3300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3" name="ClientLogo"/>
          <p:cNvSpPr>
            <a:spLocks noGrp="1"/>
          </p:cNvSpPr>
          <p:nvPr>
            <p:ph type="pic" sz="quarter" idx="14" hasCustomPrompt="1"/>
          </p:nvPr>
        </p:nvSpPr>
        <p:spPr>
          <a:xfrm>
            <a:off x="413956" y="244936"/>
            <a:ext cx="1498664" cy="7837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logo goes here.</a:t>
            </a:r>
          </a:p>
        </p:txBody>
      </p:sp>
      <p:sp>
        <p:nvSpPr>
          <p:cNvPr id="15" name="Documenttype"/>
          <p:cNvSpPr>
            <a:spLocks noGrp="1"/>
          </p:cNvSpPr>
          <p:nvPr>
            <p:ph type="body" sz="quarter" idx="13" hasCustomPrompt="1"/>
          </p:nvPr>
        </p:nvSpPr>
        <p:spPr>
          <a:xfrm>
            <a:off x="416052" y="3382626"/>
            <a:ext cx="4691444" cy="161583"/>
          </a:xfrm>
          <a:prstGeom prst="rect">
            <a:avLst/>
          </a:prstGeom>
          <a:solidFill>
            <a:schemeClr val="tx1"/>
          </a:solidFill>
        </p:spPr>
        <p:txBody>
          <a:bodyPr>
            <a:noAutofit/>
          </a:bodyPr>
          <a:lstStyle>
            <a:lvl1pPr>
              <a:buNone/>
              <a:defRPr sz="1050">
                <a:solidFill>
                  <a:schemeClr val="bg2"/>
                </a:solidFill>
              </a:defRPr>
            </a:lvl1pPr>
            <a:lvl2pPr marL="87154" indent="0">
              <a:buNone/>
              <a:defRPr>
                <a:solidFill>
                  <a:schemeClr val="bg1"/>
                </a:solidFill>
              </a:defRPr>
            </a:lvl2pPr>
            <a:lvl3pPr marL="349568" indent="0">
              <a:buNone/>
              <a:defRPr>
                <a:solidFill>
                  <a:schemeClr val="bg1"/>
                </a:solidFill>
              </a:defRPr>
            </a:lvl3pPr>
            <a:lvl4pPr marL="610553" indent="0">
              <a:buNone/>
              <a:defRPr>
                <a:solidFill>
                  <a:schemeClr val="bg1"/>
                </a:solidFill>
              </a:defRPr>
            </a:lvl4pPr>
            <a:lvl5pPr marL="871061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1"/>
              <a:t>Click to change date</a:t>
            </a:r>
          </a:p>
        </p:txBody>
      </p:sp>
      <p:sp>
        <p:nvSpPr>
          <p:cNvPr id="1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413956" y="3069420"/>
            <a:ext cx="4691444" cy="230833"/>
          </a:xfrm>
          <a:prstGeom prst="rect">
            <a:avLst/>
          </a:prstGeo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150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change Master subtitle style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 hasCustomPrompt="1"/>
          </p:nvPr>
        </p:nvSpPr>
        <p:spPr>
          <a:xfrm>
            <a:off x="413956" y="1889760"/>
            <a:ext cx="4691444" cy="1088874"/>
          </a:xfrm>
          <a:prstGeom prst="rect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>
              <a:defRPr sz="3300" baseline="0">
                <a:ln w="6350" cap="flat">
                  <a:noFill/>
                  <a:miter lim="800000"/>
                </a:ln>
                <a:solidFill>
                  <a:schemeClr val="bg2"/>
                </a:solidFill>
              </a:defRPr>
            </a:lvl1pPr>
          </a:lstStyle>
          <a:p>
            <a:r>
              <a:rPr lang="en-US" noProof="1"/>
              <a:t>Click to change Master title style</a:t>
            </a:r>
          </a:p>
        </p:txBody>
      </p:sp>
      <p:sp>
        <p:nvSpPr>
          <p:cNvPr id="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186254919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2" hidden="1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7" name="SlideLogoText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8" name="BottomLine"/>
          <p:cNvCxnSpPr/>
          <p:nvPr userDrawn="1">
            <p:custDataLst>
              <p:tags r:id="rId5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TopLine"/>
          <p:cNvCxnSpPr/>
          <p:nvPr userDrawn="1">
            <p:custDataLst>
              <p:tags r:id="rId6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4. Footnote" hidden="1"/>
          <p:cNvSpPr txBox="1">
            <a:spLocks noChangeArrowheads="1"/>
          </p:cNvSpPr>
          <p:nvPr userDrawn="1">
            <p:custDataLst>
              <p:tags r:id="rId7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grpSp>
        <p:nvGrpSpPr>
          <p:cNvPr id="12" name="Grid" hidden="1"/>
          <p:cNvGrpSpPr>
            <a:grpSpLocks/>
          </p:cNvGrpSpPr>
          <p:nvPr userDrawn="1">
            <p:custDataLst>
              <p:tags r:id="rId8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3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16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9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1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2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3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4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5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6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7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8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9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0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1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3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4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5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7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9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50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51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52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53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sp>
          <p:nvSpPr>
            <p:cNvPr id="98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  <p:sp>
          <p:nvSpPr>
            <p:cNvPr id="99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00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101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2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3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4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5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6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7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8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9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0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11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12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4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5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6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7" name="MoonLegend1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30" name="Oval 166"/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1" name="Arc 167" hidden="1"/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8" name="MoonLegend2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8" name="Oval 164"/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9" name="Arc 165"/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9" name="MoonLegend3"/>
            <p:cNvGrpSpPr>
              <a:grpSpLocks noChangeAspect="1"/>
            </p:cNvGrpSpPr>
            <p:nvPr>
              <p:custDataLst>
                <p:tags r:id="rId15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6" name="Oval 162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7" name="Arc 163"/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20" name="MoonLegend4"/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4" name="Oval 160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5" name="Arc 161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21" name="MoonLegend5"/>
            <p:cNvGrpSpPr>
              <a:grpSpLocks noChangeAspect="1"/>
            </p:cNvGrpSpPr>
            <p:nvPr>
              <p:custDataLst>
                <p:tags r:id="rId17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2" name="Oval 158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3" name="Arc 159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32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3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sp>
          <p:nvSpPr>
            <p:cNvPr id="134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35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6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7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8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9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40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41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42" name="Object 8" hidden="1"/>
          <p:cNvGraphicFramePr>
            <a:graphicFrameLocks noChangeAspect="1"/>
          </p:cNvGraphicFramePr>
          <p:nvPr userDrawn="1">
            <p:custDataLst>
              <p:tags r:id="rId9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39" r:id="rId30" imgW="360" imgH="360" progId="TCLayout.ActiveDocument.1">
                  <p:embed/>
                </p:oleObj>
              </mc:Choice>
              <mc:Fallback>
                <p:oleObj r:id="rId30" imgW="360" imgH="360" progId="TCLayout.ActiveDocument.1">
                  <p:embed/>
                  <p:pic>
                    <p:nvPicPr>
                      <p:cNvPr id="142" name="Object 8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" name="Rectangle 7" hidden="1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144" name="Slide Number"/>
          <p:cNvSpPr>
            <a:spLocks noChangeArrowheads="1"/>
          </p:cNvSpPr>
          <p:nvPr userDrawn="1">
            <p:custDataLst>
              <p:tags r:id="rId11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145" name="5. Source" hidden="1"/>
          <p:cNvSpPr txBox="1">
            <a:spLocks noChangeArrowheads="1"/>
          </p:cNvSpPr>
          <p:nvPr userDrawn="1">
            <p:custDataLst>
              <p:tags r:id="rId12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15" name="2. Slide Title"/>
          <p:cNvSpPr>
            <a:spLocks noGrp="1"/>
          </p:cNvSpPr>
          <p:nvPr>
            <p:ph type="title"/>
          </p:nvPr>
        </p:nvSpPr>
        <p:spPr>
          <a:xfrm>
            <a:off x="416052" y="266319"/>
            <a:ext cx="8311896" cy="548640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14" name="3. Subtitle"/>
          <p:cNvSpPr>
            <a:spLocks noGrp="1"/>
          </p:cNvSpPr>
          <p:nvPr>
            <p:ph type="subTitle" idx="1"/>
          </p:nvPr>
        </p:nvSpPr>
        <p:spPr>
          <a:xfrm>
            <a:off x="416052" y="989225"/>
            <a:ext cx="8311896" cy="207749"/>
          </a:xfrm>
        </p:spPr>
        <p:txBody>
          <a:bodyPr>
            <a:no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10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9150654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 hidden="1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6" name="SlideLogoText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7" name="BottomLine"/>
          <p:cNvCxnSpPr/>
          <p:nvPr userDrawn="1">
            <p:custDataLst>
              <p:tags r:id="rId5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/>
          <p:cNvCxnSpPr/>
          <p:nvPr userDrawn="1">
            <p:custDataLst>
              <p:tags r:id="rId6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4. Footnote" hidden="1"/>
          <p:cNvSpPr txBox="1">
            <a:spLocks noChangeArrowheads="1"/>
          </p:cNvSpPr>
          <p:nvPr userDrawn="1">
            <p:custDataLst>
              <p:tags r:id="rId7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grpSp>
        <p:nvGrpSpPr>
          <p:cNvPr id="11" name="Grid" hidden="1"/>
          <p:cNvGrpSpPr>
            <a:grpSpLocks/>
          </p:cNvGrpSpPr>
          <p:nvPr userDrawn="1">
            <p:custDataLst>
              <p:tags r:id="rId8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2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13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6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7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8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9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1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2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3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4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5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6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7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8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9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0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1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3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4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5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7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9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50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sp>
          <p:nvSpPr>
            <p:cNvPr id="95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  <p:sp>
          <p:nvSpPr>
            <p:cNvPr id="96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97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8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99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0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1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2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3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4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5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6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7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08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9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0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1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4" name="MoonLegend1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7" name="Oval 166"/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Arc 167" hidden="1"/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5" name="MoonLegend2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5" name="Oval 164"/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6" name="Arc 165"/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6" name="MoonLegend3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3" name="Oval 162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4" name="Arc 163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7" name="MoonLegend4"/>
            <p:cNvGrpSpPr>
              <a:grpSpLocks noChangeAspect="1"/>
            </p:cNvGrpSpPr>
            <p:nvPr>
              <p:custDataLst>
                <p:tags r:id="rId15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1" name="Oval 160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Arc 161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8" name="MoonLegend5"/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9" name="Oval 158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0" name="Arc 159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29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0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sp>
          <p:nvSpPr>
            <p:cNvPr id="131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32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3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4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5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6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7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8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39" name="Object 4" hidden="1"/>
          <p:cNvGraphicFramePr>
            <a:graphicFrameLocks noChangeAspect="1"/>
          </p:cNvGraphicFramePr>
          <p:nvPr userDrawn="1">
            <p:custDataLst>
              <p:tags r:id="rId9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63" r:id="rId29" imgW="7761960" imgH="10047960" progId="TCLayout.ActiveDocument.1">
                  <p:embed/>
                </p:oleObj>
              </mc:Choice>
              <mc:Fallback>
                <p:oleObj r:id="rId29" imgW="7761960" imgH="10047960" progId="TCLayout.ActiveDocument.1">
                  <p:embed/>
                  <p:pic>
                    <p:nvPicPr>
                      <p:cNvPr id="139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" name="Slide Number"/>
          <p:cNvSpPr>
            <a:spLocks noChangeArrowheads="1"/>
          </p:cNvSpPr>
          <p:nvPr userDrawn="1">
            <p:custDataLst>
              <p:tags r:id="rId10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141" name="5. Source" hidden="1"/>
          <p:cNvSpPr txBox="1">
            <a:spLocks noChangeArrowheads="1"/>
          </p:cNvSpPr>
          <p:nvPr userDrawn="1">
            <p:custDataLst>
              <p:tags r:id="rId11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3" name="2. Slide Title"/>
          <p:cNvSpPr>
            <a:spLocks noGrp="1"/>
          </p:cNvSpPr>
          <p:nvPr>
            <p:ph type="title"/>
          </p:nvPr>
        </p:nvSpPr>
        <p:spPr>
          <a:xfrm>
            <a:off x="416052" y="1279922"/>
            <a:ext cx="2859786" cy="52120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9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5628886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6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7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grpSp>
        <p:nvGrpSpPr>
          <p:cNvPr id="10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1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12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5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6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7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8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9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1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2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3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4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5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6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7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8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9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0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1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3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4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5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7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49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sp>
          <p:nvSpPr>
            <p:cNvPr id="94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  <p:sp>
          <p:nvSpPr>
            <p:cNvPr id="95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96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7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98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99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0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1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2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3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4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5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6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07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8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9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0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1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3" name="MoonLegend1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6" name="Oval 166"/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7" name="Arc 167" hidden="1"/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4" name="MoonLegend2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4" name="Oval 164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5" name="Arc 165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5" name="MoonLegend3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2" name="Oval 162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3" name="Arc 163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6" name="MoonLegend4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0" name="Oval 160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1" name="Arc 161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7" name="MoonLegend5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8" name="Oval 158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19" name="Arc 159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28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29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sp>
          <p:nvSpPr>
            <p:cNvPr id="130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31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2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3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4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5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6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7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  <p:sp>
        <p:nvSpPr>
          <p:cNvPr id="138" name="Slide Number"/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139" name="5. Source" hidden="1"/>
          <p:cNvSpPr txBox="1">
            <a:spLocks noChangeArrowheads="1"/>
          </p:cNvSpPr>
          <p:nvPr userDrawn="1">
            <p:custDataLst>
              <p:tags r:id="rId9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3" name="2. Slide Title"/>
          <p:cNvSpPr>
            <a:spLocks noGrp="1"/>
          </p:cNvSpPr>
          <p:nvPr>
            <p:ph type="title"/>
          </p:nvPr>
        </p:nvSpPr>
        <p:spPr>
          <a:xfrm>
            <a:off x="416052" y="2283210"/>
            <a:ext cx="3799332" cy="57708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7550868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6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8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grpSp>
        <p:nvGrpSpPr>
          <p:cNvPr id="11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2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13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6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7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8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9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1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2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3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4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5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6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7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8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9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0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1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3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4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5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7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9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50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sp>
          <p:nvSpPr>
            <p:cNvPr id="95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  <p:sp>
          <p:nvSpPr>
            <p:cNvPr id="96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97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8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99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0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1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2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3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4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5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6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7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08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9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0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1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4" name="MoonLegend1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7" name="Oval 166"/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Arc 167" hidden="1"/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5" name="MoonLegend2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5" name="Oval 164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6" name="Arc 165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6" name="MoonLegend3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3" name="Oval 162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4" name="Arc 163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7" name="MoonLegend4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1" name="Oval 160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Arc 161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8" name="MoonLegend5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9" name="Oval 158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0" name="Arc 159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29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0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sp>
          <p:nvSpPr>
            <p:cNvPr id="131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32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3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4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5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6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7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8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  <p:sp>
        <p:nvSpPr>
          <p:cNvPr id="139" name="Slide Number"/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140" name="5. Source" hidden="1"/>
          <p:cNvSpPr txBox="1">
            <a:spLocks noChangeArrowheads="1"/>
          </p:cNvSpPr>
          <p:nvPr userDrawn="1">
            <p:custDataLst>
              <p:tags r:id="rId9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7" name="2. Slide Title"/>
          <p:cNvSpPr>
            <a:spLocks noGrp="1"/>
          </p:cNvSpPr>
          <p:nvPr>
            <p:ph type="title"/>
          </p:nvPr>
        </p:nvSpPr>
        <p:spPr>
          <a:xfrm>
            <a:off x="416052" y="3435351"/>
            <a:ext cx="8311896" cy="50783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3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119540099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87" r:id="rId13" imgW="360" imgH="360" progId="TCLayout.ActiveDocument.1">
                  <p:embed/>
                </p:oleObj>
              </mc:Choice>
              <mc:Fallback>
                <p:oleObj r:id="rId13" imgW="360" imgH="360" progId="TCLayout.ActiveDocument.1">
                  <p:embed/>
                  <p:pic>
                    <p:nvPicPr>
                      <p:cNvPr id="5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7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2559844" y="0"/>
            <a:ext cx="6584156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/>
            <a:endParaRPr lang="en-US" sz="563" noProof="1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8" name="SlideLogoText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sp>
        <p:nvSpPr>
          <p:cNvPr id="9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*</a:t>
            </a:r>
          </a:p>
        </p:txBody>
      </p:sp>
      <p:cxnSp>
        <p:nvCxnSpPr>
          <p:cNvPr id="10" name="BottomLineRight"/>
          <p:cNvCxnSpPr/>
          <p:nvPr userDrawn="1">
            <p:custDataLst>
              <p:tags r:id="rId7"/>
            </p:custDataLst>
          </p:nvPr>
        </p:nvCxnSpPr>
        <p:spPr>
          <a:xfrm>
            <a:off x="2787253" y="4839891"/>
            <a:ext cx="593883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/>
          <p:cNvCxnSpPr/>
          <p:nvPr userDrawn="1">
            <p:custDataLst>
              <p:tags r:id="rId8"/>
            </p:custDataLst>
          </p:nvPr>
        </p:nvCxnSpPr>
        <p:spPr>
          <a:xfrm>
            <a:off x="415529" y="4839891"/>
            <a:ext cx="188595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TopLineRight"/>
          <p:cNvCxnSpPr/>
          <p:nvPr userDrawn="1">
            <p:custDataLst>
              <p:tags r:id="rId9"/>
            </p:custDataLst>
          </p:nvPr>
        </p:nvCxnSpPr>
        <p:spPr>
          <a:xfrm>
            <a:off x="2787253" y="887016"/>
            <a:ext cx="593883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Left"/>
          <p:cNvCxnSpPr/>
          <p:nvPr userDrawn="1">
            <p:custDataLst>
              <p:tags r:id="rId10"/>
            </p:custDataLst>
          </p:nvPr>
        </p:nvCxnSpPr>
        <p:spPr>
          <a:xfrm>
            <a:off x="415529" y="887016"/>
            <a:ext cx="188595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5. Source" hidden="1"/>
          <p:cNvSpPr txBox="1">
            <a:spLocks noChangeArrowheads="1"/>
          </p:cNvSpPr>
          <p:nvPr userDrawn="1">
            <p:custDataLst>
              <p:tags r:id="rId11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19" name="2. Slide Title"/>
          <p:cNvSpPr>
            <a:spLocks noGrp="1"/>
          </p:cNvSpPr>
          <p:nvPr>
            <p:ph type="title"/>
          </p:nvPr>
        </p:nvSpPr>
        <p:spPr>
          <a:xfrm>
            <a:off x="416052" y="1600201"/>
            <a:ext cx="1885950" cy="1035158"/>
          </a:xfrm>
        </p:spPr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</p:nvPr>
        </p:nvSpPr>
        <p:spPr>
          <a:xfrm>
            <a:off x="416052" y="2744733"/>
            <a:ext cx="1885950" cy="415499"/>
          </a:xfrm>
        </p:spPr>
        <p:txBody>
          <a:bodyPr>
            <a:sp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428133447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1" r:id="rId13" imgW="360" imgH="360" progId="TCLayout.ActiveDocument.1">
                  <p:embed/>
                </p:oleObj>
              </mc:Choice>
              <mc:Fallback>
                <p:oleObj r:id="rId13" imgW="360" imgH="360" progId="TCLayout.ActiveDocument.1">
                  <p:embed/>
                  <p:pic>
                    <p:nvPicPr>
                      <p:cNvPr id="5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7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3273028" y="0"/>
            <a:ext cx="5870972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/>
            <a:endParaRPr lang="en-US" sz="563" noProof="1">
              <a:solidFill>
                <a:srgbClr val="F0F0F0"/>
              </a:solidFill>
            </a:endParaRPr>
          </a:p>
        </p:txBody>
      </p:sp>
      <p:sp>
        <p:nvSpPr>
          <p:cNvPr id="8" name="SlideLogoText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sp>
        <p:nvSpPr>
          <p:cNvPr id="9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1"/>
                </a:solidFill>
                <a:ea typeface="宋体" panose="02010600030101010101" pitchFamily="2" charset="-122"/>
              </a:rPr>
              <a:t>*</a:t>
            </a:r>
          </a:p>
        </p:txBody>
      </p:sp>
      <p:cxnSp>
        <p:nvCxnSpPr>
          <p:cNvPr id="10" name="BottomLineRight"/>
          <p:cNvCxnSpPr/>
          <p:nvPr userDrawn="1">
            <p:custDataLst>
              <p:tags r:id="rId7"/>
            </p:custDataLst>
          </p:nvPr>
        </p:nvCxnSpPr>
        <p:spPr>
          <a:xfrm>
            <a:off x="3504010" y="4839891"/>
            <a:ext cx="5225653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/>
          <p:cNvCxnSpPr/>
          <p:nvPr userDrawn="1">
            <p:custDataLst>
              <p:tags r:id="rId8"/>
            </p:custDataLst>
          </p:nvPr>
        </p:nvCxnSpPr>
        <p:spPr>
          <a:xfrm>
            <a:off x="415529" y="4839891"/>
            <a:ext cx="259913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TopLineRight"/>
          <p:cNvCxnSpPr/>
          <p:nvPr userDrawn="1">
            <p:custDataLst>
              <p:tags r:id="rId9"/>
            </p:custDataLst>
          </p:nvPr>
        </p:nvCxnSpPr>
        <p:spPr>
          <a:xfrm>
            <a:off x="3504010" y="887016"/>
            <a:ext cx="5225653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Left"/>
          <p:cNvCxnSpPr/>
          <p:nvPr userDrawn="1">
            <p:custDataLst>
              <p:tags r:id="rId10"/>
            </p:custDataLst>
          </p:nvPr>
        </p:nvCxnSpPr>
        <p:spPr>
          <a:xfrm>
            <a:off x="415529" y="887016"/>
            <a:ext cx="259913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5. Source" hidden="1"/>
          <p:cNvSpPr txBox="1">
            <a:spLocks noChangeArrowheads="1"/>
          </p:cNvSpPr>
          <p:nvPr userDrawn="1">
            <p:custDataLst>
              <p:tags r:id="rId11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19" name="2. Slide Title"/>
          <p:cNvSpPr>
            <a:spLocks noGrp="1"/>
          </p:cNvSpPr>
          <p:nvPr>
            <p:ph type="title"/>
          </p:nvPr>
        </p:nvSpPr>
        <p:spPr>
          <a:xfrm>
            <a:off x="416052" y="2058277"/>
            <a:ext cx="2599182" cy="577081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</p:nvPr>
        </p:nvSpPr>
        <p:spPr>
          <a:xfrm>
            <a:off x="416052" y="2744734"/>
            <a:ext cx="2599181" cy="207749"/>
          </a:xfrm>
        </p:spPr>
        <p:txBody>
          <a:bodyPr>
            <a:spAutoFit/>
          </a:bodyPr>
          <a:lstStyle>
            <a:lvl1pPr marL="0" indent="0" algn="l">
              <a:buNone/>
              <a:defRPr sz="135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73051235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35" r:id="rId14" imgW="360" imgH="360" progId="TCLayout.ActiveDocument.1">
                  <p:embed/>
                </p:oleObj>
              </mc:Choice>
              <mc:Fallback>
                <p:oleObj r:id="rId14" imgW="360" imgH="360" progId="TCLayout.ActiveDocument.1">
                  <p:embed/>
                  <p:pic>
                    <p:nvPicPr>
                      <p:cNvPr id="6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8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4569619" y="0"/>
            <a:ext cx="4574381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/>
            <a:endParaRPr lang="en-US" sz="563" noProof="1">
              <a:solidFill>
                <a:srgbClr val="F0F0F0"/>
              </a:solidFill>
            </a:endParaRPr>
          </a:p>
        </p:txBody>
      </p:sp>
      <p:sp>
        <p:nvSpPr>
          <p:cNvPr id="9" name="SlideLogoText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sp>
        <p:nvSpPr>
          <p:cNvPr id="10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1"/>
                </a:solidFill>
                <a:ea typeface="宋体" panose="02010600030101010101" pitchFamily="2" charset="-122"/>
              </a:rPr>
              <a:t>*</a:t>
            </a:r>
          </a:p>
        </p:txBody>
      </p:sp>
      <p:cxnSp>
        <p:nvCxnSpPr>
          <p:cNvPr id="11" name="BottomLineRight"/>
          <p:cNvCxnSpPr/>
          <p:nvPr userDrawn="1">
            <p:custDataLst>
              <p:tags r:id="rId7"/>
            </p:custDataLst>
          </p:nvPr>
        </p:nvCxnSpPr>
        <p:spPr>
          <a:xfrm>
            <a:off x="4930379" y="4839891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Left"/>
          <p:cNvCxnSpPr/>
          <p:nvPr userDrawn="1">
            <p:custDataLst>
              <p:tags r:id="rId8"/>
            </p:custDataLst>
          </p:nvPr>
        </p:nvCxnSpPr>
        <p:spPr>
          <a:xfrm>
            <a:off x="415528" y="4839891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/>
          <p:cNvCxnSpPr/>
          <p:nvPr userDrawn="1">
            <p:custDataLst>
              <p:tags r:id="rId9"/>
            </p:custDataLst>
          </p:nvPr>
        </p:nvCxnSpPr>
        <p:spPr>
          <a:xfrm>
            <a:off x="4930379" y="887016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TopLineLeft"/>
          <p:cNvCxnSpPr/>
          <p:nvPr userDrawn="1">
            <p:custDataLst>
              <p:tags r:id="rId10"/>
            </p:custDataLst>
          </p:nvPr>
        </p:nvCxnSpPr>
        <p:spPr>
          <a:xfrm>
            <a:off x="415528" y="887016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5"/>
          <p:cNvCxnSpPr/>
          <p:nvPr userDrawn="1">
            <p:custDataLst>
              <p:tags r:id="rId11"/>
            </p:custDataLst>
          </p:nvPr>
        </p:nvCxnSpPr>
        <p:spPr>
          <a:xfrm>
            <a:off x="415528" y="887016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5. Source" hidden="1"/>
          <p:cNvSpPr txBox="1">
            <a:spLocks noChangeArrowheads="1"/>
          </p:cNvSpPr>
          <p:nvPr userDrawn="1">
            <p:custDataLst>
              <p:tags r:id="rId12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17" name="TextBox 3"/>
          <p:cNvSpPr txBox="1">
            <a:spLocks noChangeArrowheads="1"/>
          </p:cNvSpPr>
          <p:nvPr userDrawn="1"/>
        </p:nvSpPr>
        <p:spPr bwMode="auto">
          <a:xfrm>
            <a:off x="251222" y="1127522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/>
          <a:p>
            <a:pPr>
              <a:spcBef>
                <a:spcPts val="225"/>
              </a:spcBef>
              <a:spcAft>
                <a:spcPts val="225"/>
              </a:spcAft>
            </a:pPr>
            <a:endParaRPr lang="en-US" altLang="zh-CN" sz="1200">
              <a:ea typeface="宋体" panose="02010600030101010101" pitchFamily="2" charset="-122"/>
            </a:endParaRPr>
          </a:p>
        </p:txBody>
      </p:sp>
      <p:sp>
        <p:nvSpPr>
          <p:cNvPr id="19" name="2. Slide Title"/>
          <p:cNvSpPr>
            <a:spLocks noGrp="1"/>
          </p:cNvSpPr>
          <p:nvPr>
            <p:ph type="title"/>
          </p:nvPr>
        </p:nvSpPr>
        <p:spPr>
          <a:xfrm>
            <a:off x="416052" y="266319"/>
            <a:ext cx="3799332" cy="548640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</p:nvPr>
        </p:nvSpPr>
        <p:spPr>
          <a:xfrm>
            <a:off x="416052" y="965577"/>
            <a:ext cx="3799332" cy="2285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5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65971409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59" r:id="rId14" imgW="360" imgH="360" progId="TCLayout.ActiveDocument.1">
                  <p:embed/>
                </p:oleObj>
              </mc:Choice>
              <mc:Fallback>
                <p:oleObj r:id="rId14" imgW="360" imgH="360" progId="TCLayout.ActiveDocument.1">
                  <p:embed/>
                  <p:pic>
                    <p:nvPicPr>
                      <p:cNvPr id="6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8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1" y="0"/>
            <a:ext cx="4574381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/>
            <a:endParaRPr lang="en-US" sz="563" noProof="1">
              <a:solidFill>
                <a:srgbClr val="F0F0F0"/>
              </a:solidFill>
            </a:endParaRPr>
          </a:p>
        </p:txBody>
      </p:sp>
      <p:sp>
        <p:nvSpPr>
          <p:cNvPr id="9" name="SlideLogoText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sp>
        <p:nvSpPr>
          <p:cNvPr id="10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1"/>
                </a:solidFill>
                <a:ea typeface="宋体" panose="02010600030101010101" pitchFamily="2" charset="-122"/>
              </a:rPr>
              <a:t>*</a:t>
            </a:r>
          </a:p>
        </p:txBody>
      </p:sp>
      <p:cxnSp>
        <p:nvCxnSpPr>
          <p:cNvPr id="11" name="BottomLineRight"/>
          <p:cNvCxnSpPr/>
          <p:nvPr userDrawn="1">
            <p:custDataLst>
              <p:tags r:id="rId7"/>
            </p:custDataLst>
          </p:nvPr>
        </p:nvCxnSpPr>
        <p:spPr>
          <a:xfrm>
            <a:off x="4930379" y="4839891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Left"/>
          <p:cNvCxnSpPr/>
          <p:nvPr userDrawn="1">
            <p:custDataLst>
              <p:tags r:id="rId8"/>
            </p:custDataLst>
          </p:nvPr>
        </p:nvCxnSpPr>
        <p:spPr>
          <a:xfrm>
            <a:off x="415528" y="4839891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/>
          <p:cNvCxnSpPr/>
          <p:nvPr userDrawn="1">
            <p:custDataLst>
              <p:tags r:id="rId9"/>
            </p:custDataLst>
          </p:nvPr>
        </p:nvCxnSpPr>
        <p:spPr>
          <a:xfrm>
            <a:off x="4930379" y="887016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TopLineLeft"/>
          <p:cNvCxnSpPr/>
          <p:nvPr userDrawn="1">
            <p:custDataLst>
              <p:tags r:id="rId10"/>
            </p:custDataLst>
          </p:nvPr>
        </p:nvCxnSpPr>
        <p:spPr>
          <a:xfrm>
            <a:off x="415528" y="887016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5"/>
          <p:cNvCxnSpPr/>
          <p:nvPr userDrawn="1">
            <p:custDataLst>
              <p:tags r:id="rId11"/>
            </p:custDataLst>
          </p:nvPr>
        </p:nvCxnSpPr>
        <p:spPr>
          <a:xfrm>
            <a:off x="415528" y="887016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5. Source" hidden="1"/>
          <p:cNvSpPr txBox="1">
            <a:spLocks noChangeArrowheads="1"/>
          </p:cNvSpPr>
          <p:nvPr userDrawn="1">
            <p:custDataLst>
              <p:tags r:id="rId12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17" name="TextBox 3"/>
          <p:cNvSpPr txBox="1">
            <a:spLocks noChangeArrowheads="1"/>
          </p:cNvSpPr>
          <p:nvPr userDrawn="1"/>
        </p:nvSpPr>
        <p:spPr bwMode="auto">
          <a:xfrm>
            <a:off x="251222" y="1127522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/>
          <a:p>
            <a:pPr>
              <a:spcBef>
                <a:spcPts val="225"/>
              </a:spcBef>
              <a:spcAft>
                <a:spcPts val="225"/>
              </a:spcAft>
            </a:pPr>
            <a:endParaRPr lang="en-US" altLang="zh-CN" sz="1200">
              <a:ea typeface="宋体" panose="02010600030101010101" pitchFamily="2" charset="-122"/>
            </a:endParaRPr>
          </a:p>
        </p:txBody>
      </p:sp>
      <p:sp>
        <p:nvSpPr>
          <p:cNvPr id="19" name="2. Slide Title"/>
          <p:cNvSpPr>
            <a:spLocks noGrp="1"/>
          </p:cNvSpPr>
          <p:nvPr>
            <p:ph type="title"/>
          </p:nvPr>
        </p:nvSpPr>
        <p:spPr>
          <a:xfrm>
            <a:off x="4929878" y="266319"/>
            <a:ext cx="3799332" cy="548640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</p:nvPr>
        </p:nvSpPr>
        <p:spPr>
          <a:xfrm>
            <a:off x="4929878" y="965577"/>
            <a:ext cx="3799332" cy="2285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5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3928192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83" r:id="rId14" imgW="360" imgH="360" progId="TCLayout.ActiveDocument.1">
                  <p:embed/>
                </p:oleObj>
              </mc:Choice>
              <mc:Fallback>
                <p:oleObj r:id="rId14" imgW="360" imgH="360" progId="TCLayout.ActiveDocument.1">
                  <p:embed/>
                  <p:pic>
                    <p:nvPicPr>
                      <p:cNvPr id="5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7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5872162" y="0"/>
            <a:ext cx="3271838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/>
            <a:endParaRPr lang="en-US" sz="563" noProof="1">
              <a:solidFill>
                <a:srgbClr val="F0F0F0"/>
              </a:solidFill>
            </a:endParaRPr>
          </a:p>
        </p:txBody>
      </p:sp>
      <p:sp>
        <p:nvSpPr>
          <p:cNvPr id="8" name="SlideLogoText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sp>
        <p:nvSpPr>
          <p:cNvPr id="9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1"/>
                </a:solidFill>
                <a:ea typeface="宋体" panose="02010600030101010101" pitchFamily="2" charset="-122"/>
              </a:rPr>
              <a:t>*</a:t>
            </a:r>
          </a:p>
        </p:txBody>
      </p:sp>
      <p:cxnSp>
        <p:nvCxnSpPr>
          <p:cNvPr id="10" name="BottomLineRight"/>
          <p:cNvCxnSpPr/>
          <p:nvPr userDrawn="1">
            <p:custDataLst>
              <p:tags r:id="rId7"/>
            </p:custDataLst>
          </p:nvPr>
        </p:nvCxnSpPr>
        <p:spPr>
          <a:xfrm>
            <a:off x="6130529" y="4839891"/>
            <a:ext cx="259913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/>
          <p:cNvCxnSpPr/>
          <p:nvPr userDrawn="1">
            <p:custDataLst>
              <p:tags r:id="rId8"/>
            </p:custDataLst>
          </p:nvPr>
        </p:nvCxnSpPr>
        <p:spPr>
          <a:xfrm>
            <a:off x="415529" y="4839891"/>
            <a:ext cx="52268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TopLineRight"/>
          <p:cNvCxnSpPr/>
          <p:nvPr userDrawn="1">
            <p:custDataLst>
              <p:tags r:id="rId9"/>
            </p:custDataLst>
          </p:nvPr>
        </p:nvCxnSpPr>
        <p:spPr>
          <a:xfrm>
            <a:off x="6130529" y="887016"/>
            <a:ext cx="259913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Left"/>
          <p:cNvCxnSpPr/>
          <p:nvPr userDrawn="1">
            <p:custDataLst>
              <p:tags r:id="rId10"/>
            </p:custDataLst>
          </p:nvPr>
        </p:nvCxnSpPr>
        <p:spPr>
          <a:xfrm>
            <a:off x="415529" y="887016"/>
            <a:ext cx="522684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7"/>
          <p:cNvCxnSpPr/>
          <p:nvPr userDrawn="1">
            <p:custDataLst>
              <p:tags r:id="rId11"/>
            </p:custDataLst>
          </p:nvPr>
        </p:nvCxnSpPr>
        <p:spPr>
          <a:xfrm>
            <a:off x="415529" y="887016"/>
            <a:ext cx="52268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5. Source" hidden="1"/>
          <p:cNvSpPr txBox="1">
            <a:spLocks noChangeArrowheads="1"/>
          </p:cNvSpPr>
          <p:nvPr userDrawn="1">
            <p:custDataLst>
              <p:tags r:id="rId12"/>
            </p:custDataLst>
          </p:nvPr>
        </p:nvSpPr>
        <p:spPr bwMode="auto">
          <a:xfrm>
            <a:off x="415529" y="4876800"/>
            <a:ext cx="5226844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19" name="2. Slide Title"/>
          <p:cNvSpPr>
            <a:spLocks noGrp="1"/>
          </p:cNvSpPr>
          <p:nvPr>
            <p:ph type="title"/>
          </p:nvPr>
        </p:nvSpPr>
        <p:spPr>
          <a:xfrm>
            <a:off x="416052" y="266319"/>
            <a:ext cx="5225796" cy="548640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</p:nvPr>
        </p:nvSpPr>
        <p:spPr>
          <a:xfrm>
            <a:off x="416052" y="968344"/>
            <a:ext cx="5225796" cy="20774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153363389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07" r:id="rId13" imgW="360" imgH="360" progId="TCLayout.ActiveDocument.1">
                  <p:embed/>
                </p:oleObj>
              </mc:Choice>
              <mc:Fallback>
                <p:oleObj r:id="rId13" imgW="360" imgH="360" progId="TCLayout.ActiveDocument.1">
                  <p:embed/>
                  <p:pic>
                    <p:nvPicPr>
                      <p:cNvPr id="5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>
              <a:defRPr/>
            </a:pPr>
            <a:endParaRPr lang="en-US" sz="1875" b="1" dirty="0">
              <a:solidFill>
                <a:srgbClr val="FFFFFF"/>
              </a:solidFill>
              <a:latin typeface="Georgia" panose="02040502050405090303" pitchFamily="18" charset="0"/>
              <a:sym typeface="Georgia" panose="02040502050405090303" pitchFamily="18" charset="0"/>
            </a:endParaRPr>
          </a:p>
        </p:txBody>
      </p:sp>
      <p:sp>
        <p:nvSpPr>
          <p:cNvPr id="7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6586537" y="0"/>
            <a:ext cx="2557463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563" dirty="0">
              <a:solidFill>
                <a:srgbClr val="F0F0F0"/>
              </a:solidFill>
            </a:endParaRPr>
          </a:p>
        </p:txBody>
      </p:sp>
      <p:sp>
        <p:nvSpPr>
          <p:cNvPr id="8" name="SlideLogoText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sp>
        <p:nvSpPr>
          <p:cNvPr id="9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8484394" y="4874129"/>
            <a:ext cx="244079" cy="103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0" tIns="0" rIns="0" bIns="0" anchor="b">
            <a:spAutoFit/>
          </a:bodyPr>
          <a:lstStyle/>
          <a:p>
            <a:pPr algn="r" defTabSz="458153" fontAlgn="auto">
              <a:spcBef>
                <a:spcPts val="0"/>
              </a:spcBef>
              <a:spcAft>
                <a:spcPts val="0"/>
              </a:spcAft>
              <a:defRPr/>
            </a:pPr>
            <a:fld id="{3B4986C7-598D-468A-9836-AA279942FAC6}" type="slidenum">
              <a:rPr lang="en-US" sz="675">
                <a:solidFill>
                  <a:srgbClr val="000000"/>
                </a:solidFill>
                <a:latin typeface="Arial" panose="020B0704020202020204"/>
                <a:cs typeface="Arial" panose="020B0704020202020204" pitchFamily="34" charset="0"/>
              </a:rPr>
              <a:pPr algn="r" defTabSz="458153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75" dirty="0">
              <a:solidFill>
                <a:srgbClr val="000000"/>
              </a:solidFill>
              <a:latin typeface="Arial" panose="020B0704020202020204"/>
              <a:cs typeface="Arial" panose="020B0704020202020204" pitchFamily="34" charset="0"/>
            </a:endParaRPr>
          </a:p>
        </p:txBody>
      </p:sp>
      <p:cxnSp>
        <p:nvCxnSpPr>
          <p:cNvPr id="10" name="BottomLineRight"/>
          <p:cNvCxnSpPr/>
          <p:nvPr>
            <p:custDataLst>
              <p:tags r:id="rId7"/>
            </p:custDataLst>
          </p:nvPr>
        </p:nvCxnSpPr>
        <p:spPr>
          <a:xfrm>
            <a:off x="6840141" y="4839891"/>
            <a:ext cx="188595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/>
          <p:cNvCxnSpPr/>
          <p:nvPr>
            <p:custDataLst>
              <p:tags r:id="rId8"/>
            </p:custDataLst>
          </p:nvPr>
        </p:nvCxnSpPr>
        <p:spPr>
          <a:xfrm>
            <a:off x="415529" y="4839891"/>
            <a:ext cx="59400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TopLineRight"/>
          <p:cNvCxnSpPr/>
          <p:nvPr userDrawn="1">
            <p:custDataLst>
              <p:tags r:id="rId9"/>
            </p:custDataLst>
          </p:nvPr>
        </p:nvCxnSpPr>
        <p:spPr>
          <a:xfrm>
            <a:off x="6840141" y="887016"/>
            <a:ext cx="188595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Left"/>
          <p:cNvCxnSpPr/>
          <p:nvPr userDrawn="1">
            <p:custDataLst>
              <p:tags r:id="rId10"/>
            </p:custDataLst>
          </p:nvPr>
        </p:nvCxnSpPr>
        <p:spPr>
          <a:xfrm>
            <a:off x="415529" y="887016"/>
            <a:ext cx="59400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5. Source" hidden="1"/>
          <p:cNvSpPr txBox="1"/>
          <p:nvPr userDrawn="1">
            <p:custDataLst>
              <p:tags r:id="rId11"/>
            </p:custDataLst>
          </p:nvPr>
        </p:nvSpPr>
        <p:spPr>
          <a:xfrm>
            <a:off x="415529" y="4876800"/>
            <a:ext cx="5459015" cy="9233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7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7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—"/>
              <a:defRPr sz="1600">
                <a:cs typeface="Arial" panose="020B07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»"/>
              <a:defRPr sz="1600">
                <a:cs typeface="Arial" panose="020B07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704020202020204" pitchFamily="34" charset="0"/>
              <a:buChar char="›"/>
              <a:defRPr sz="1600">
                <a:cs typeface="Arial" panose="020B07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704020202020204" pitchFamily="34" charset="0"/>
              <a:buChar char="▫"/>
              <a:defRPr sz="1600">
                <a:cs typeface="Arial" panose="020B07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704020202020204" pitchFamily="34" charset="0"/>
              <a:buChar char="▫"/>
              <a:defRPr sz="1600">
                <a:cs typeface="Arial" panose="020B07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704020202020204" pitchFamily="34" charset="0"/>
              <a:buChar char="▫"/>
              <a:defRPr sz="1600">
                <a:cs typeface="Arial" panose="020B07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704020202020204" pitchFamily="34" charset="0"/>
              <a:buChar char="▫"/>
              <a:defRPr sz="1600">
                <a:cs typeface="Arial" panose="020B0704020202020204" pitchFamily="34" charset="0"/>
              </a:defRPr>
            </a:lvl9pPr>
          </a:lstStyle>
          <a:p>
            <a:pPr fontAlgn="auto">
              <a:defRPr/>
            </a:pPr>
            <a:r>
              <a:rPr sz="600">
                <a:solidFill>
                  <a:srgbClr val="000000"/>
                </a:solidFill>
                <a:latin typeface="Arial" panose="020B0704020202020204"/>
              </a:rPr>
              <a:t>Source: …</a:t>
            </a:r>
          </a:p>
        </p:txBody>
      </p:sp>
      <p:sp>
        <p:nvSpPr>
          <p:cNvPr id="19" name="2. Slide Title"/>
          <p:cNvSpPr>
            <a:spLocks noGrp="1"/>
          </p:cNvSpPr>
          <p:nvPr>
            <p:ph type="title"/>
          </p:nvPr>
        </p:nvSpPr>
        <p:spPr>
          <a:xfrm>
            <a:off x="416052" y="265622"/>
            <a:ext cx="5939028" cy="548640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</p:nvPr>
        </p:nvSpPr>
        <p:spPr>
          <a:xfrm>
            <a:off x="416052" y="968344"/>
            <a:ext cx="5939028" cy="22288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86360379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31" r:id="rId5" imgW="360" imgH="360" progId="TCLayout.ActiveDocument.1">
                  <p:embed/>
                </p:oleObj>
              </mc:Choice>
              <mc:Fallback>
                <p:oleObj r:id="rId5" imgW="360" imgH="360" progId="TCLayout.ActiveDocument.1">
                  <p:embed/>
                  <p:pic>
                    <p:nvPicPr>
                      <p:cNvPr id="3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5. Source" hidden="1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2" name="ClientLogo"/>
          <p:cNvSpPr>
            <a:spLocks noGrp="1"/>
          </p:cNvSpPr>
          <p:nvPr>
            <p:ph type="pic" sz="quarter" idx="14" hasCustomPrompt="1"/>
          </p:nvPr>
        </p:nvSpPr>
        <p:spPr>
          <a:xfrm>
            <a:off x="3822668" y="2179868"/>
            <a:ext cx="1498664" cy="7837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logo goes here.</a:t>
            </a:r>
          </a:p>
        </p:txBody>
      </p:sp>
    </p:spTree>
    <p:extLst>
      <p:ext uri="{BB962C8B-B14F-4D97-AF65-F5344CB8AC3E}">
        <p14:creationId xmlns:p14="http://schemas.microsoft.com/office/powerpoint/2010/main" val="133269413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er blue">
    <p:bg bwMode="auto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 hidden="1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6" name="SlideLogoText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8" name="BottomLine"/>
          <p:cNvCxnSpPr/>
          <p:nvPr userDrawn="1">
            <p:custDataLst>
              <p:tags r:id="rId5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TopLine"/>
          <p:cNvCxnSpPr/>
          <p:nvPr userDrawn="1">
            <p:custDataLst>
              <p:tags r:id="rId6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4. Footnote" hidden="1"/>
          <p:cNvSpPr txBox="1">
            <a:spLocks noChangeArrowheads="1"/>
          </p:cNvSpPr>
          <p:nvPr userDrawn="1">
            <p:custDataLst>
              <p:tags r:id="rId7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grpSp>
        <p:nvGrpSpPr>
          <p:cNvPr id="11" name="Grid" hidden="1"/>
          <p:cNvGrpSpPr>
            <a:grpSpLocks/>
          </p:cNvGrpSpPr>
          <p:nvPr userDrawn="1">
            <p:custDataLst>
              <p:tags r:id="rId8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2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13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6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7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8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9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1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2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3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4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5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6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7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8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9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0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1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3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4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5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7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9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50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sp>
          <p:nvSpPr>
            <p:cNvPr id="95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  <p:sp>
          <p:nvSpPr>
            <p:cNvPr id="96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97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8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99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0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1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2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3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4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5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6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7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08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9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0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1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4" name="MoonLegend1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7" name="Oval 166"/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Arc 167" hidden="1"/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5" name="MoonLegend2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5" name="Oval 164"/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6" name="Arc 165"/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6" name="MoonLegend3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3" name="Oval 162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4" name="Arc 163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7" name="MoonLegend4"/>
            <p:cNvGrpSpPr>
              <a:grpSpLocks noChangeAspect="1"/>
            </p:cNvGrpSpPr>
            <p:nvPr>
              <p:custDataLst>
                <p:tags r:id="rId15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1" name="Oval 160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Arc 161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8" name="MoonLegend5"/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9" name="Oval 158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0" name="Arc 159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29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0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sp>
          <p:nvSpPr>
            <p:cNvPr id="131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32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3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4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5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6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7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8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39" name="Object 2" hidden="1"/>
          <p:cNvGraphicFramePr>
            <a:graphicFrameLocks noChangeAspect="1"/>
          </p:cNvGraphicFramePr>
          <p:nvPr userDrawn="1">
            <p:custDataLst>
              <p:tags r:id="rId9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55" r:id="rId29" imgW="7761960" imgH="10047960" progId="TCLayout.ActiveDocument.1">
                  <p:embed/>
                </p:oleObj>
              </mc:Choice>
              <mc:Fallback>
                <p:oleObj r:id="rId29" imgW="7761960" imgH="10047960" progId="TCLayout.ActiveDocument.1">
                  <p:embed/>
                  <p:pic>
                    <p:nvPicPr>
                      <p:cNvPr id="139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" name="Slide Number"/>
          <p:cNvSpPr>
            <a:spLocks noChangeArrowheads="1"/>
          </p:cNvSpPr>
          <p:nvPr userDrawn="1">
            <p:custDataLst>
              <p:tags r:id="rId10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141" name="5. Source" hidden="1"/>
          <p:cNvSpPr txBox="1">
            <a:spLocks noChangeArrowheads="1"/>
          </p:cNvSpPr>
          <p:nvPr userDrawn="1">
            <p:custDataLst>
              <p:tags r:id="rId11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142" name="TextBox 3"/>
          <p:cNvSpPr txBox="1">
            <a:spLocks noChangeArrowheads="1"/>
          </p:cNvSpPr>
          <p:nvPr userDrawn="1"/>
        </p:nvSpPr>
        <p:spPr bwMode="auto">
          <a:xfrm>
            <a:off x="1382316" y="-600075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/>
          <a:p>
            <a:pPr>
              <a:spcBef>
                <a:spcPts val="225"/>
              </a:spcBef>
              <a:spcAft>
                <a:spcPts val="225"/>
              </a:spcAft>
            </a:pPr>
            <a:endParaRPr lang="en-US" altLang="zh-CN" sz="1200">
              <a:ea typeface="宋体" panose="02010600030101010101" pitchFamily="2" charset="-122"/>
            </a:endParaRPr>
          </a:p>
        </p:txBody>
      </p:sp>
      <p:sp>
        <p:nvSpPr>
          <p:cNvPr id="7" name="2. Slide Title"/>
          <p:cNvSpPr>
            <a:spLocks noGrp="1"/>
          </p:cNvSpPr>
          <p:nvPr>
            <p:ph type="title"/>
          </p:nvPr>
        </p:nvSpPr>
        <p:spPr>
          <a:xfrm>
            <a:off x="416052" y="3435351"/>
            <a:ext cx="8311896" cy="50783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300">
                <a:solidFill>
                  <a:schemeClr val="bg2"/>
                </a:solidFill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78797530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userDrawn="1">
  <p:cSld name="Title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7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8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grpSp>
        <p:nvGrpSpPr>
          <p:cNvPr id="11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2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13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6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7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8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9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1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2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5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6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7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8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9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0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1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3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4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5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7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9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50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51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52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sp>
          <p:nvSpPr>
            <p:cNvPr id="97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  <p:sp>
          <p:nvSpPr>
            <p:cNvPr id="98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99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100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1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2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3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4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5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6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7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8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9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10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11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4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5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6" name="MoonLegend1"/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9" name="Oval 166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0" name="Arc 167" hidden="1"/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7" name="MoonLegend2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7" name="Oval 164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Arc 165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8" name="MoonLegend3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5" name="Oval 162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6" name="Arc 163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9" name="MoonLegend4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3" name="Oval 160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4" name="Arc 161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20" name="MoonLegend5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1" name="Oval 158"/>
              <p:cNvSpPr/>
              <p:nvPr>
                <p:custDataLst>
                  <p:tags r:id="rId14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Arc 159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31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2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sp>
          <p:nvSpPr>
            <p:cNvPr id="133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34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5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6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7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8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9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40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  <p:sp>
        <p:nvSpPr>
          <p:cNvPr id="141" name="Slide Number"/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33" name="Google Shape;33;p57"/>
          <p:cNvSpPr txBox="1">
            <a:spLocks noGrp="1"/>
          </p:cNvSpPr>
          <p:nvPr>
            <p:ph type="title"/>
          </p:nvPr>
        </p:nvSpPr>
        <p:spPr>
          <a:xfrm>
            <a:off x="350855" y="273845"/>
            <a:ext cx="8379998" cy="608409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7"/>
          <p:cNvSpPr txBox="1">
            <a:spLocks noGrp="1"/>
          </p:cNvSpPr>
          <p:nvPr>
            <p:ph type="body" idx="1"/>
          </p:nvPr>
        </p:nvSpPr>
        <p:spPr>
          <a:xfrm>
            <a:off x="426839" y="1050025"/>
            <a:ext cx="8304014" cy="362207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134527963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userDrawn="1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79" r:id="rId4" imgW="7761960" imgH="10047960" progId="TCLayout.ActiveDocument.1">
                  <p:embed/>
                </p:oleObj>
              </mc:Choice>
              <mc:Fallback>
                <p:oleObj r:id="rId4" imgW="7761960" imgH="10047960" progId="TCLayout.ActiveDocument.1">
                  <p:embed/>
                  <p:pic>
                    <p:nvPicPr>
                      <p:cNvPr id="3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Google Shape;13;p38"/>
          <p:cNvSpPr txBox="1">
            <a:spLocks noChangeArrowheads="1"/>
          </p:cNvSpPr>
          <p:nvPr userDrawn="1"/>
        </p:nvSpPr>
        <p:spPr bwMode="auto">
          <a:xfrm>
            <a:off x="8373667" y="4819650"/>
            <a:ext cx="402431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69" tIns="34275" rIns="68569" bIns="34275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buFont typeface="Arial" panose="020B0604020202020204" pitchFamily="34" charset="0"/>
              <a:buNone/>
            </a:pPr>
            <a:r>
              <a:rPr lang="en-GB" altLang="zh-CN" sz="675">
                <a:solidFill>
                  <a:srgbClr val="062032"/>
                </a:solidFill>
                <a:ea typeface="宋体" panose="02010600030101010101" pitchFamily="2" charset="-122"/>
                <a:cs typeface="Arial" panose="020B0604020202020204" pitchFamily="34" charset="0"/>
                <a:sym typeface="Arial" panose="020B0604020202020204" pitchFamily="34" charset="0"/>
              </a:rPr>
              <a:t>*</a:t>
            </a:r>
          </a:p>
        </p:txBody>
      </p:sp>
      <p:sp>
        <p:nvSpPr>
          <p:cNvPr id="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  <p:sp>
        <p:nvSpPr>
          <p:cNvPr id="5" name="Google Shape;13;p38"/>
          <p:cNvSpPr txBox="1">
            <a:spLocks noGrp="1"/>
          </p:cNvSpPr>
          <p:nvPr>
            <p:ph type="sldNum" idx="18"/>
          </p:nvPr>
        </p:nvSpPr>
        <p:spPr>
          <a:xfrm>
            <a:off x="8373667" y="4819650"/>
            <a:ext cx="402431" cy="273844"/>
          </a:xfrm>
          <a:prstGeom prst="rect">
            <a:avLst/>
          </a:prstGeom>
        </p:spPr>
        <p:txBody>
          <a:bodyPr wrap="square" lIns="91425" tIns="45700" rIns="91425" bIns="45700" anchor="ctr" anchorCtr="0">
            <a:noAutofit/>
          </a:bodyPr>
          <a:lstStyle>
            <a:lvl1pPr marL="0" marR="0" lvl="0" indent="0" algn="r" rtl="0" fontAlgn="auto">
              <a:spcBef>
                <a:spcPts val="0"/>
              </a:spcBef>
              <a:spcAft>
                <a:spcPts val="0"/>
              </a:spcAft>
              <a:buNone/>
              <a:defRPr sz="675" b="0" i="0" u="none" strike="noStrike" cap="none" noProof="1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fld id="{A1D3C581-4FAD-409F-8527-C45D3E38062C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033821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" userDrawn="1">
  <p:cSld name="Agenda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7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8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grpSp>
        <p:nvGrpSpPr>
          <p:cNvPr id="11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2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13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8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9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1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2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3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4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5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6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7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8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9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0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1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3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4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5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7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9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50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51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52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sp>
          <p:nvSpPr>
            <p:cNvPr id="97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  <p:sp>
          <p:nvSpPr>
            <p:cNvPr id="98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99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100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1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2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3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4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5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6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7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8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9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10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11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4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5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6" name="MoonLegend1"/>
            <p:cNvGrpSpPr>
              <a:grpSpLocks noChangeAspect="1"/>
            </p:cNvGrpSpPr>
            <p:nvPr>
              <p:custDataLst>
                <p:tags r:id="rId8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9" name="Oval 166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0" name="Arc 167" hidden="1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7" name="MoonLegend2"/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7" name="Oval 164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Arc 165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8" name="MoonLegend3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5" name="Oval 162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6" name="Arc 163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9" name="MoonLegend4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3" name="Oval 160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4" name="Arc 161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20" name="MoonLegend5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1" name="Oval 158"/>
              <p:cNvSpPr/>
              <p:nvPr>
                <p:custDataLst>
                  <p:tags r:id="rId13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Arc 159"/>
              <p:cNvSpPr/>
              <p:nvPr>
                <p:custDataLst>
                  <p:tags r:id="rId14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31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2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sp>
          <p:nvSpPr>
            <p:cNvPr id="133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34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5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6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7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8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9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40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  <p:sp>
        <p:nvSpPr>
          <p:cNvPr id="21" name="Google Shape;21;p40"/>
          <p:cNvSpPr txBox="1">
            <a:spLocks noGrp="1"/>
          </p:cNvSpPr>
          <p:nvPr>
            <p:ph type="title"/>
          </p:nvPr>
        </p:nvSpPr>
        <p:spPr>
          <a:xfrm>
            <a:off x="352379" y="1246117"/>
            <a:ext cx="2253449" cy="608409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0"/>
          <p:cNvSpPr txBox="1">
            <a:spLocks noGrp="1"/>
          </p:cNvSpPr>
          <p:nvPr>
            <p:ph type="body" idx="1"/>
          </p:nvPr>
        </p:nvSpPr>
        <p:spPr>
          <a:xfrm>
            <a:off x="3743686" y="1246117"/>
            <a:ext cx="4987167" cy="3334899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marL="342900" lvl="0" indent="-247650" algn="l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200" b="0">
                <a:solidFill>
                  <a:srgbClr val="171616"/>
                </a:solidFill>
              </a:defRPr>
            </a:lvl1pPr>
            <a:lvl2pPr marL="685800" lvl="1" indent="-247650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200" b="0">
                <a:solidFill>
                  <a:srgbClr val="171616"/>
                </a:solidFill>
              </a:defRPr>
            </a:lvl2pPr>
            <a:lvl3pPr marL="1028700" lvl="2" indent="-247650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200" b="0">
                <a:solidFill>
                  <a:srgbClr val="171616"/>
                </a:solidFill>
              </a:defRPr>
            </a:lvl3pPr>
            <a:lvl4pPr marL="1371600" lvl="3" indent="-247650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200" b="0">
                <a:solidFill>
                  <a:srgbClr val="171616"/>
                </a:solidFill>
              </a:defRPr>
            </a:lvl4pPr>
            <a:lvl5pPr marL="1714500" lvl="4" indent="-247650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200" b="0">
                <a:solidFill>
                  <a:srgbClr val="171616"/>
                </a:solidFill>
              </a:defRPr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noProof="1"/>
          </a:p>
        </p:txBody>
      </p:sp>
      <p:sp>
        <p:nvSpPr>
          <p:cNvPr id="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  <p:sp>
        <p:nvSpPr>
          <p:cNvPr id="141" name="Google Shape;13;p38"/>
          <p:cNvSpPr txBox="1">
            <a:spLocks noGrp="1"/>
          </p:cNvSpPr>
          <p:nvPr>
            <p:ph type="sldNum" idx="18"/>
          </p:nvPr>
        </p:nvSpPr>
        <p:spPr>
          <a:xfrm>
            <a:off x="8373667" y="4819650"/>
            <a:ext cx="402431" cy="273844"/>
          </a:xfrm>
          <a:prstGeom prst="rect">
            <a:avLst/>
          </a:prstGeom>
        </p:spPr>
        <p:txBody>
          <a:bodyPr wrap="square" lIns="91425" tIns="45700" rIns="91425" bIns="45700" anchor="ctr" anchorCtr="0">
            <a:noAutofit/>
          </a:bodyPr>
          <a:lstStyle>
            <a:lvl1pPr marL="0" marR="0" lvl="0" indent="0" algn="r" rtl="0" fontAlgn="auto">
              <a:spcBef>
                <a:spcPts val="0"/>
              </a:spcBef>
              <a:spcAft>
                <a:spcPts val="0"/>
              </a:spcAft>
              <a:buNone/>
              <a:defRPr sz="675" b="0" i="0" u="none" strike="noStrike" cap="none" noProof="1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fld id="{446EAF66-EE5E-45C2-911A-2963FC755EA5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30291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userDrawn="1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6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7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grpSp>
        <p:nvGrpSpPr>
          <p:cNvPr id="10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1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12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5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7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8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9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1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2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3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4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5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6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7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8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9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0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1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3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4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5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7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9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50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sp>
          <p:nvSpPr>
            <p:cNvPr id="95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  <p:sp>
          <p:nvSpPr>
            <p:cNvPr id="96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97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8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99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0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1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2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3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4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5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6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7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08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9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0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1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4" name="MoonLegend1"/>
            <p:cNvGrpSpPr>
              <a:grpSpLocks noChangeAspect="1"/>
            </p:cNvGrpSpPr>
            <p:nvPr>
              <p:custDataLst>
                <p:tags r:id="rId8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7" name="Oval 166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Arc 167" hidden="1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5" name="MoonLegend2"/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5" name="Oval 164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6" name="Arc 165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6" name="MoonLegend3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3" name="Oval 162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4" name="Arc 163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7" name="MoonLegend4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1" name="Oval 160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Arc 161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8" name="MoonLegend5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9" name="Oval 158"/>
              <p:cNvSpPr/>
              <p:nvPr>
                <p:custDataLst>
                  <p:tags r:id="rId13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0" name="Arc 159"/>
              <p:cNvSpPr/>
              <p:nvPr>
                <p:custDataLst>
                  <p:tags r:id="rId14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29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0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sp>
          <p:nvSpPr>
            <p:cNvPr id="131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32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3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4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5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6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7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8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350855" y="273845"/>
            <a:ext cx="8379998" cy="608409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  <p:sp>
        <p:nvSpPr>
          <p:cNvPr id="139" name="Google Shape;13;p38"/>
          <p:cNvSpPr txBox="1">
            <a:spLocks noGrp="1"/>
          </p:cNvSpPr>
          <p:nvPr>
            <p:ph type="sldNum" idx="18"/>
          </p:nvPr>
        </p:nvSpPr>
        <p:spPr>
          <a:xfrm>
            <a:off x="8373667" y="4819650"/>
            <a:ext cx="402431" cy="273844"/>
          </a:xfrm>
          <a:prstGeom prst="rect">
            <a:avLst/>
          </a:prstGeom>
        </p:spPr>
        <p:txBody>
          <a:bodyPr wrap="square" lIns="91425" tIns="45700" rIns="91425" bIns="45700" anchor="ctr" anchorCtr="0">
            <a:noAutofit/>
          </a:bodyPr>
          <a:lstStyle>
            <a:lvl1pPr marL="0" marR="0" lvl="0" indent="0" algn="r" rtl="0" fontAlgn="auto">
              <a:spcBef>
                <a:spcPts val="0"/>
              </a:spcBef>
              <a:spcAft>
                <a:spcPts val="0"/>
              </a:spcAft>
              <a:buNone/>
              <a:defRPr sz="675" b="0" i="0" u="none" strike="noStrike" cap="none" noProof="1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fld id="{7469461B-6A07-44ED-ABDD-48EC24658BDE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69642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Frontpage dark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8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03" r:id="rId5" imgW="360" imgH="360" progId="TCLayout.ActiveDocument.1">
                  <p:embed/>
                </p:oleObj>
              </mc:Choice>
              <mc:Fallback>
                <p:oleObj r:id="rId5" imgW="360" imgH="360" progId="TCLayout.ActiveDocument.1">
                  <p:embed/>
                  <p:pic>
                    <p:nvPicPr>
                      <p:cNvPr id="6" name="Object 8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>
              <a:spcBef>
                <a:spcPts val="225"/>
              </a:spcBef>
              <a:spcAft>
                <a:spcPts val="225"/>
              </a:spcAft>
            </a:pPr>
            <a:endParaRPr lang="en-US" sz="3300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3" name="ClientLogo"/>
          <p:cNvSpPr>
            <a:spLocks noGrp="1"/>
          </p:cNvSpPr>
          <p:nvPr>
            <p:ph type="pic" sz="quarter" idx="14" hasCustomPrompt="1"/>
          </p:nvPr>
        </p:nvSpPr>
        <p:spPr>
          <a:xfrm>
            <a:off x="413956" y="244936"/>
            <a:ext cx="1498664" cy="7837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logo goes here.</a:t>
            </a:r>
          </a:p>
        </p:txBody>
      </p:sp>
      <p:sp>
        <p:nvSpPr>
          <p:cNvPr id="15" name="Documenttype"/>
          <p:cNvSpPr>
            <a:spLocks noGrp="1"/>
          </p:cNvSpPr>
          <p:nvPr>
            <p:ph type="body" sz="quarter" idx="13" hasCustomPrompt="1"/>
          </p:nvPr>
        </p:nvSpPr>
        <p:spPr>
          <a:xfrm>
            <a:off x="416052" y="3382626"/>
            <a:ext cx="4691444" cy="16158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buNone/>
              <a:defRPr sz="1050">
                <a:solidFill>
                  <a:schemeClr val="tx1"/>
                </a:solidFill>
              </a:defRPr>
            </a:lvl1pPr>
            <a:lvl2pPr marL="87154" indent="0">
              <a:buNone/>
              <a:defRPr>
                <a:solidFill>
                  <a:schemeClr val="bg1"/>
                </a:solidFill>
              </a:defRPr>
            </a:lvl2pPr>
            <a:lvl3pPr marL="349568" indent="0">
              <a:buNone/>
              <a:defRPr>
                <a:solidFill>
                  <a:schemeClr val="bg1"/>
                </a:solidFill>
              </a:defRPr>
            </a:lvl3pPr>
            <a:lvl4pPr marL="610553" indent="0">
              <a:buNone/>
              <a:defRPr>
                <a:solidFill>
                  <a:schemeClr val="bg1"/>
                </a:solidFill>
              </a:defRPr>
            </a:lvl4pPr>
            <a:lvl5pPr marL="871061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1"/>
              <a:t>Click to change date</a:t>
            </a:r>
          </a:p>
        </p:txBody>
      </p:sp>
      <p:sp>
        <p:nvSpPr>
          <p:cNvPr id="1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413956" y="3069420"/>
            <a:ext cx="4691444" cy="23083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change Master subtitle style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 hasCustomPrompt="1"/>
          </p:nvPr>
        </p:nvSpPr>
        <p:spPr>
          <a:xfrm>
            <a:off x="413956" y="1889760"/>
            <a:ext cx="4691444" cy="10888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33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0535862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6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7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grpSp>
        <p:nvGrpSpPr>
          <p:cNvPr id="10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1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12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5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6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7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8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9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1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2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3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4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5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6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7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8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9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0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1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3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4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5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7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49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sp>
          <p:nvSpPr>
            <p:cNvPr id="94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  <p:sp>
          <p:nvSpPr>
            <p:cNvPr id="95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96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7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98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99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0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1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2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3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4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5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6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07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8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9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0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1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3" name="MoonLegend1"/>
            <p:cNvGrpSpPr>
              <a:grpSpLocks noChangeAspect="1"/>
            </p:cNvGrpSpPr>
            <p:nvPr>
              <p:custDataLst>
                <p:tags r:id="rId8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6" name="Oval 166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7" name="Arc 167" hidden="1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4" name="MoonLegend2"/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4" name="Oval 164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5" name="Arc 165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5" name="MoonLegend3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2" name="Oval 162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3" name="Arc 163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6" name="MoonLegend4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0" name="Oval 160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1" name="Arc 161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7" name="MoonLegend5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8" name="Oval 158"/>
              <p:cNvSpPr/>
              <p:nvPr>
                <p:custDataLst>
                  <p:tags r:id="rId13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19" name="Arc 159"/>
              <p:cNvSpPr/>
              <p:nvPr>
                <p:custDataLst>
                  <p:tags r:id="rId14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28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29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sp>
          <p:nvSpPr>
            <p:cNvPr id="130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31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2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3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4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5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6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7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Click to edit Master title style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noProof="1"/>
              <a:t>Click to edit Master text styles</a:t>
            </a:r>
          </a:p>
          <a:p>
            <a:pPr lvl="1"/>
            <a:r>
              <a:rPr lang="en-GB" noProof="1"/>
              <a:t>Second level</a:t>
            </a:r>
          </a:p>
          <a:p>
            <a:pPr lvl="2"/>
            <a:r>
              <a:rPr lang="en-GB" noProof="1"/>
              <a:t>Third level</a:t>
            </a:r>
          </a:p>
          <a:p>
            <a:pPr lvl="3"/>
            <a:r>
              <a:rPr lang="en-GB" noProof="1"/>
              <a:t>Fourth level</a:t>
            </a:r>
          </a:p>
          <a:p>
            <a:pPr lvl="4"/>
            <a:r>
              <a:rPr lang="en-GB" noProof="1"/>
              <a:t>Fifth level</a:t>
            </a:r>
            <a:endParaRPr lang="en-US" noProof="1"/>
          </a:p>
        </p:txBody>
      </p:sp>
      <p:sp>
        <p:nvSpPr>
          <p:cNvPr id="138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5823348" y="4819650"/>
            <a:ext cx="25503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defRPr sz="675" noProof="1" dirty="0">
                <a:solidFill>
                  <a:srgbClr val="062032"/>
                </a:solidFill>
                <a:latin typeface="Arial" panose="020B0704020202020204" pitchFamily="34" charset="0"/>
                <a:cs typeface="Arial" panose="020B0704020202020204" pitchFamily="34" charset="0"/>
              </a:defRPr>
            </a:lvl1pPr>
          </a:lstStyle>
          <a:p>
            <a:r>
              <a:rPr lang="en-GB"/>
              <a:t>Company Name</a:t>
            </a:r>
            <a:endParaRPr lang="en-US"/>
          </a:p>
        </p:txBody>
      </p:sp>
      <p:sp>
        <p:nvSpPr>
          <p:cNvPr id="13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498681" y="4819650"/>
            <a:ext cx="27741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defRPr sz="675" noProof="1" smtClean="0">
                <a:solidFill>
                  <a:srgbClr val="062032"/>
                </a:solidFill>
                <a:latin typeface="Arial" panose="020B0704020202020204" pitchFamily="34" charset="0"/>
                <a:cs typeface="Arial" panose="020B0704020202020204" pitchFamily="34" charset="0"/>
              </a:defRPr>
            </a:lvl1pPr>
          </a:lstStyle>
          <a:p>
            <a:fld id="{FA3B7344-2D7B-4526-BDE5-669218FBB43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50585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1_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5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6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grpSp>
        <p:nvGrpSpPr>
          <p:cNvPr id="9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0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11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4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5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7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8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9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1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2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3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4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5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6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7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8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9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0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1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3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4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5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7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49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sp>
          <p:nvSpPr>
            <p:cNvPr id="94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  <p:sp>
          <p:nvSpPr>
            <p:cNvPr id="95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96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7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98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99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0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1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2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3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4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5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6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07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8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9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0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1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3" name="MoonLegend1"/>
            <p:cNvGrpSpPr>
              <a:grpSpLocks noChangeAspect="1"/>
            </p:cNvGrpSpPr>
            <p:nvPr>
              <p:custDataLst>
                <p:tags r:id="rId8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6" name="Oval 166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7" name="Arc 167" hidden="1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4" name="MoonLegend2"/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4" name="Oval 164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5" name="Arc 165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5" name="MoonLegend3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2" name="Oval 162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3" name="Arc 163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6" name="MoonLegend4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0" name="Oval 160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1" name="Arc 161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7" name="MoonLegend5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8" name="Oval 158"/>
              <p:cNvSpPr/>
              <p:nvPr>
                <p:custDataLst>
                  <p:tags r:id="rId13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19" name="Arc 159"/>
              <p:cNvSpPr/>
              <p:nvPr>
                <p:custDataLst>
                  <p:tags r:id="rId14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28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29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sp>
          <p:nvSpPr>
            <p:cNvPr id="130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31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2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3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4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5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6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7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  <p:sp>
        <p:nvSpPr>
          <p:cNvPr id="138" name="Google Shape;27;p41"/>
          <p:cNvSpPr txBox="1">
            <a:spLocks noChangeArrowheads="1"/>
          </p:cNvSpPr>
          <p:nvPr/>
        </p:nvSpPr>
        <p:spPr bwMode="auto">
          <a:xfrm>
            <a:off x="5823348" y="4819650"/>
            <a:ext cx="2550319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69" tIns="34275" rIns="68569" bIns="34275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GB" altLang="zh-CN" sz="675">
                <a:solidFill>
                  <a:srgbClr val="171616"/>
                </a:solidFill>
                <a:ea typeface="宋体" panose="02010600030101010101" pitchFamily="2" charset="-122"/>
                <a:cs typeface="Arial" panose="020B0604020202020204" pitchFamily="34" charset="0"/>
                <a:sym typeface="Arial" panose="020B0604020202020204" pitchFamily="34" charset="0"/>
              </a:rPr>
              <a:t>Company Name</a:t>
            </a:r>
            <a:endParaRPr lang="en-US" altLang="zh-CN" sz="675">
              <a:solidFill>
                <a:srgbClr val="171616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9" name="Google Shape;28;p41"/>
          <p:cNvSpPr txBox="1">
            <a:spLocks noChangeArrowheads="1"/>
          </p:cNvSpPr>
          <p:nvPr/>
        </p:nvSpPr>
        <p:spPr bwMode="auto">
          <a:xfrm>
            <a:off x="8498681" y="4819650"/>
            <a:ext cx="27741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69" tIns="34275" rIns="68569" bIns="34275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GB" altLang="zh-CN" sz="675">
                <a:solidFill>
                  <a:srgbClr val="171616"/>
                </a:solidFill>
                <a:ea typeface="宋体" panose="02010600030101010101" pitchFamily="2" charset="-122"/>
                <a:cs typeface="Arial" panose="020B0604020202020204" pitchFamily="34" charset="0"/>
                <a:sym typeface="Arial" panose="020B0604020202020204" pitchFamily="34" charset="0"/>
              </a:rPr>
              <a:t>*</a:t>
            </a:r>
            <a:endParaRPr lang="en-US" altLang="zh-CN" sz="675">
              <a:solidFill>
                <a:srgbClr val="171616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350855" y="273845"/>
            <a:ext cx="8379998" cy="608409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6850741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2 Mar 202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 userDrawn="1"/>
        </p:nvSpPr>
        <p:spPr>
          <a:xfrm>
            <a:off x="7440784" y="4932663"/>
            <a:ext cx="1900646" cy="15003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0" tIns="17140" rIns="17140" bIns="17140" numCol="1" spcCol="38100" rtlCol="0" anchor="t">
            <a:spAutoFit/>
          </a:bodyPr>
          <a:lstStyle/>
          <a:p>
            <a:pPr marL="0" marR="0" lvl="0" indent="0" algn="ctr" defTabSz="3097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>
                <a:ln>
                  <a:noFill/>
                </a:ln>
                <a:solidFill>
                  <a:srgbClr val="0036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>
                <a:ln>
                  <a:noFill/>
                </a:ln>
                <a:solidFill>
                  <a:srgbClr val="0036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pic>
        <p:nvPicPr>
          <p:cNvPr id="6" name="图片 1" descr="2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664693" y="-630476"/>
            <a:ext cx="1605163" cy="320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79" y="591673"/>
            <a:ext cx="1699576" cy="39756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6A800C7-01A9-9540-9832-F40753C4A09A}"/>
              </a:ext>
            </a:extLst>
          </p:cNvPr>
          <p:cNvSpPr txBox="1"/>
          <p:nvPr userDrawn="1"/>
        </p:nvSpPr>
        <p:spPr>
          <a:xfrm>
            <a:off x="7440784" y="4960582"/>
            <a:ext cx="1900646" cy="15003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0" tIns="17140" rIns="17140" bIns="17140" numCol="1" spcCol="38100" rtlCol="0" anchor="t">
            <a:spAutoFit/>
          </a:bodyPr>
          <a:lstStyle/>
          <a:p>
            <a:pPr marL="0" marR="0" lvl="0" indent="0" algn="ctr" defTabSz="3097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0F7A8DF2-C160-504D-B7A5-BAF27FAF91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0587" y="1343126"/>
            <a:ext cx="3913106" cy="412425"/>
          </a:xfrm>
        </p:spPr>
        <p:txBody>
          <a:bodyPr>
            <a:normAutofit/>
          </a:bodyPr>
          <a:lstStyle>
            <a:lvl1pPr algn="l">
              <a:defRPr sz="1799" b="1">
                <a:solidFill>
                  <a:srgbClr val="2E5A9E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01 Title</a:t>
            </a:r>
            <a:endParaRPr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AE1C0EF-C461-54DE-DB52-5421E597D442}"/>
              </a:ext>
            </a:extLst>
          </p:cNvPr>
          <p:cNvSpPr/>
          <p:nvPr userDrawn="1"/>
        </p:nvSpPr>
        <p:spPr>
          <a:xfrm>
            <a:off x="-1005084" y="264521"/>
            <a:ext cx="1005084" cy="318628"/>
          </a:xfrm>
          <a:prstGeom prst="rect">
            <a:avLst/>
          </a:prstGeom>
          <a:solidFill>
            <a:srgbClr val="0136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5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34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FEDCA53-CC9D-9B95-5544-B458F27DACA6}"/>
              </a:ext>
            </a:extLst>
          </p:cNvPr>
          <p:cNvSpPr/>
          <p:nvPr userDrawn="1"/>
        </p:nvSpPr>
        <p:spPr>
          <a:xfrm>
            <a:off x="-1005084" y="687584"/>
            <a:ext cx="1005084" cy="318628"/>
          </a:xfrm>
          <a:prstGeom prst="rect">
            <a:avLst/>
          </a:prstGeom>
          <a:solidFill>
            <a:srgbClr val="265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5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34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E937B9C-AEEC-A82C-011F-A740DEFBA87C}"/>
              </a:ext>
            </a:extLst>
          </p:cNvPr>
          <p:cNvSpPr/>
          <p:nvPr userDrawn="1"/>
        </p:nvSpPr>
        <p:spPr>
          <a:xfrm>
            <a:off x="-1005084" y="1100923"/>
            <a:ext cx="1005084" cy="318628"/>
          </a:xfrm>
          <a:prstGeom prst="rect">
            <a:avLst/>
          </a:prstGeom>
          <a:solidFill>
            <a:srgbClr val="2E5A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5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34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E8EFF7D-9F61-E7CB-451E-9B7F1503FE3A}"/>
              </a:ext>
            </a:extLst>
          </p:cNvPr>
          <p:cNvSpPr/>
          <p:nvPr userDrawn="1"/>
        </p:nvSpPr>
        <p:spPr>
          <a:xfrm>
            <a:off x="-1005084" y="1918871"/>
            <a:ext cx="1005084" cy="318628"/>
          </a:xfrm>
          <a:prstGeom prst="rect">
            <a:avLst/>
          </a:prstGeom>
          <a:solidFill>
            <a:srgbClr val="4AD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5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34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55491F2-C17A-6A44-752C-52F7DEC6D24E}"/>
              </a:ext>
            </a:extLst>
          </p:cNvPr>
          <p:cNvSpPr/>
          <p:nvPr userDrawn="1"/>
        </p:nvSpPr>
        <p:spPr>
          <a:xfrm>
            <a:off x="-1005084" y="1514263"/>
            <a:ext cx="1005084" cy="318628"/>
          </a:xfrm>
          <a:prstGeom prst="rect">
            <a:avLst/>
          </a:prstGeom>
          <a:solidFill>
            <a:srgbClr val="05AE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5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34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1049456"/>
      </p:ext>
    </p:extLst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图形 2"/>
          <p:cNvGrpSpPr/>
          <p:nvPr userDrawn="1"/>
        </p:nvGrpSpPr>
        <p:grpSpPr>
          <a:xfrm>
            <a:off x="499112" y="467190"/>
            <a:ext cx="2442510" cy="602628"/>
            <a:chOff x="154" y="3849680"/>
            <a:chExt cx="24382305" cy="6015724"/>
          </a:xfrm>
        </p:grpSpPr>
        <p:sp>
          <p:nvSpPr>
            <p:cNvPr id="9" name="任意形状 8"/>
            <p:cNvSpPr/>
            <p:nvPr/>
          </p:nvSpPr>
          <p:spPr>
            <a:xfrm>
              <a:off x="154" y="3849680"/>
              <a:ext cx="24382305" cy="6015724"/>
            </a:xfrm>
            <a:custGeom>
              <a:avLst/>
              <a:gdLst>
                <a:gd name="connsiteX0" fmla="*/ -14455 w 24382305"/>
                <a:gd name="connsiteY0" fmla="*/ -146 h 6015724"/>
                <a:gd name="connsiteX1" fmla="*/ 24367846 w 24382305"/>
                <a:gd name="connsiteY1" fmla="*/ -146 h 6015724"/>
                <a:gd name="connsiteX2" fmla="*/ 24367846 w 24382305"/>
                <a:gd name="connsiteY2" fmla="*/ 6015579 h 6015724"/>
                <a:gd name="connsiteX3" fmla="*/ -14462 w 24382305"/>
                <a:gd name="connsiteY3" fmla="*/ 6015579 h 6015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82305" h="6015724">
                  <a:moveTo>
                    <a:pt x="-14455" y="-146"/>
                  </a:moveTo>
                  <a:lnTo>
                    <a:pt x="24367846" y="-146"/>
                  </a:lnTo>
                  <a:lnTo>
                    <a:pt x="24367846" y="6015579"/>
                  </a:lnTo>
                  <a:lnTo>
                    <a:pt x="-14462" y="6015579"/>
                  </a:lnTo>
                  <a:close/>
                </a:path>
              </a:pathLst>
            </a:custGeom>
            <a:noFill/>
            <a:ln w="6587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ctr" defTabSz="2437547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399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ea typeface="黑体" panose="02010609060101010101" pitchFamily="49" charset="-122"/>
                <a:cs typeface="+mn-cs"/>
                <a:sym typeface="Canela Text Regular"/>
              </a:endParaRPr>
            </a:p>
          </p:txBody>
        </p:sp>
        <p:grpSp>
          <p:nvGrpSpPr>
            <p:cNvPr id="10" name="图形 2"/>
            <p:cNvGrpSpPr/>
            <p:nvPr/>
          </p:nvGrpSpPr>
          <p:grpSpPr>
            <a:xfrm>
              <a:off x="1379470" y="4700209"/>
              <a:ext cx="21623556" cy="4314688"/>
              <a:chOff x="1379470" y="4700209"/>
              <a:chExt cx="21623556" cy="4314688"/>
            </a:xfrm>
          </p:grpSpPr>
          <p:sp>
            <p:nvSpPr>
              <p:cNvPr id="11" name="任意形状 10"/>
              <p:cNvSpPr/>
              <p:nvPr/>
            </p:nvSpPr>
            <p:spPr>
              <a:xfrm>
                <a:off x="1379470" y="4700209"/>
                <a:ext cx="3567667" cy="4314688"/>
              </a:xfrm>
              <a:custGeom>
                <a:avLst/>
                <a:gdLst>
                  <a:gd name="connsiteX0" fmla="*/ 3520360 w 3567667"/>
                  <a:gd name="connsiteY0" fmla="*/ 3488286 h 4314688"/>
                  <a:gd name="connsiteX1" fmla="*/ 1796098 w 3567667"/>
                  <a:gd name="connsiteY1" fmla="*/ 4315039 h 4314688"/>
                  <a:gd name="connsiteX2" fmla="*/ 386 w 3567667"/>
                  <a:gd name="connsiteY2" fmla="*/ 2067143 h 4314688"/>
                  <a:gd name="connsiteX3" fmla="*/ 814556 w 3567667"/>
                  <a:gd name="connsiteY3" fmla="*/ 51788 h 4314688"/>
                  <a:gd name="connsiteX4" fmla="*/ 2538640 w 3567667"/>
                  <a:gd name="connsiteY4" fmla="*/ 350 h 4314688"/>
                  <a:gd name="connsiteX5" fmla="*/ 3568053 w 3567667"/>
                  <a:gd name="connsiteY5" fmla="*/ 1498471 h 4314688"/>
                  <a:gd name="connsiteX6" fmla="*/ 3304582 w 3567667"/>
                  <a:gd name="connsiteY6" fmla="*/ 1472931 h 4314688"/>
                  <a:gd name="connsiteX7" fmla="*/ 2514526 w 3567667"/>
                  <a:gd name="connsiteY7" fmla="*/ 413459 h 4314688"/>
                  <a:gd name="connsiteX8" fmla="*/ 1173591 w 3567667"/>
                  <a:gd name="connsiteY8" fmla="*/ 465075 h 4314688"/>
                  <a:gd name="connsiteX9" fmla="*/ 694699 w 3567667"/>
                  <a:gd name="connsiteY9" fmla="*/ 1963910 h 4314688"/>
                  <a:gd name="connsiteX10" fmla="*/ 1915955 w 3567667"/>
                  <a:gd name="connsiteY10" fmla="*/ 3488286 h 4314688"/>
                  <a:gd name="connsiteX11" fmla="*/ 3257068 w 3567667"/>
                  <a:gd name="connsiteY11" fmla="*/ 2971588 h 4314688"/>
                  <a:gd name="connsiteX12" fmla="*/ 3520360 w 3567667"/>
                  <a:gd name="connsiteY12" fmla="*/ 3488286 h 4314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67667" h="4314688">
                    <a:moveTo>
                      <a:pt x="3520360" y="3488286"/>
                    </a:moveTo>
                    <a:lnTo>
                      <a:pt x="1796098" y="4315039"/>
                    </a:lnTo>
                    <a:lnTo>
                      <a:pt x="386" y="2067143"/>
                    </a:lnTo>
                    <a:lnTo>
                      <a:pt x="814556" y="51788"/>
                    </a:lnTo>
                    <a:lnTo>
                      <a:pt x="2538640" y="350"/>
                    </a:lnTo>
                    <a:lnTo>
                      <a:pt x="3568053" y="1498471"/>
                    </a:lnTo>
                    <a:lnTo>
                      <a:pt x="3304582" y="1472931"/>
                    </a:lnTo>
                    <a:lnTo>
                      <a:pt x="2514526" y="413459"/>
                    </a:lnTo>
                    <a:lnTo>
                      <a:pt x="1173591" y="465075"/>
                    </a:lnTo>
                    <a:lnTo>
                      <a:pt x="694699" y="1963910"/>
                    </a:lnTo>
                    <a:lnTo>
                      <a:pt x="1915955" y="3488286"/>
                    </a:lnTo>
                    <a:lnTo>
                      <a:pt x="3257068" y="2971588"/>
                    </a:lnTo>
                    <a:lnTo>
                      <a:pt x="3520360" y="3488286"/>
                    </a:lnTo>
                    <a:close/>
                  </a:path>
                </a:pathLst>
              </a:custGeom>
              <a:solidFill>
                <a:srgbClr val="103565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7547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39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ea typeface="黑体" panose="02010609060101010101" pitchFamily="49" charset="-122"/>
                  <a:cs typeface="+mn-cs"/>
                  <a:sym typeface="Canela Text Regular"/>
                </a:endParaRPr>
              </a:p>
            </p:txBody>
          </p:sp>
          <p:sp>
            <p:nvSpPr>
              <p:cNvPr id="12" name="任意形状 11"/>
              <p:cNvSpPr/>
              <p:nvPr/>
            </p:nvSpPr>
            <p:spPr>
              <a:xfrm>
                <a:off x="5235615" y="6017719"/>
                <a:ext cx="2178861" cy="1653862"/>
              </a:xfrm>
              <a:custGeom>
                <a:avLst/>
                <a:gdLst>
                  <a:gd name="connsiteX0" fmla="*/ 719177 w 2178861"/>
                  <a:gd name="connsiteY0" fmla="*/ 982314 h 1653862"/>
                  <a:gd name="connsiteX1" fmla="*/ 1413491 w 2178861"/>
                  <a:gd name="connsiteY1" fmla="*/ 982314 h 1653862"/>
                  <a:gd name="connsiteX2" fmla="*/ 1054277 w 2178861"/>
                  <a:gd name="connsiteY2" fmla="*/ 310410 h 1653862"/>
                  <a:gd name="connsiteX3" fmla="*/ 719177 w 2178861"/>
                  <a:gd name="connsiteY3" fmla="*/ 982314 h 1653862"/>
                  <a:gd name="connsiteX4" fmla="*/ 749 w 2178861"/>
                  <a:gd name="connsiteY4" fmla="*/ 1654218 h 1653862"/>
                  <a:gd name="connsiteX5" fmla="*/ 910663 w 2178861"/>
                  <a:gd name="connsiteY5" fmla="*/ 355 h 1653862"/>
                  <a:gd name="connsiteX6" fmla="*/ 1245941 w 2178861"/>
                  <a:gd name="connsiteY6" fmla="*/ 355 h 1653862"/>
                  <a:gd name="connsiteX7" fmla="*/ 2179611 w 2178861"/>
                  <a:gd name="connsiteY7" fmla="*/ 1654218 h 1653862"/>
                  <a:gd name="connsiteX8" fmla="*/ 1748948 w 2178861"/>
                  <a:gd name="connsiteY8" fmla="*/ 1654218 h 1653862"/>
                  <a:gd name="connsiteX9" fmla="*/ 1556926 w 2178861"/>
                  <a:gd name="connsiteY9" fmla="*/ 1292368 h 1653862"/>
                  <a:gd name="connsiteX10" fmla="*/ 551270 w 2178861"/>
                  <a:gd name="connsiteY10" fmla="*/ 1292368 h 1653862"/>
                  <a:gd name="connsiteX11" fmla="*/ 359427 w 2178861"/>
                  <a:gd name="connsiteY11" fmla="*/ 1654218 h 1653862"/>
                  <a:gd name="connsiteX12" fmla="*/ 749 w 2178861"/>
                  <a:gd name="connsiteY12" fmla="*/ 1654218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78861" h="1653862">
                    <a:moveTo>
                      <a:pt x="719177" y="982314"/>
                    </a:moveTo>
                    <a:lnTo>
                      <a:pt x="1413491" y="982314"/>
                    </a:lnTo>
                    <a:lnTo>
                      <a:pt x="1054277" y="310410"/>
                    </a:lnTo>
                    <a:lnTo>
                      <a:pt x="719177" y="982314"/>
                    </a:lnTo>
                    <a:close/>
                    <a:moveTo>
                      <a:pt x="749" y="1654218"/>
                    </a:moveTo>
                    <a:lnTo>
                      <a:pt x="910663" y="355"/>
                    </a:lnTo>
                    <a:lnTo>
                      <a:pt x="1245941" y="355"/>
                    </a:lnTo>
                    <a:lnTo>
                      <a:pt x="2179611" y="1654218"/>
                    </a:lnTo>
                    <a:lnTo>
                      <a:pt x="1748948" y="1654218"/>
                    </a:lnTo>
                    <a:lnTo>
                      <a:pt x="1556926" y="1292368"/>
                    </a:lnTo>
                    <a:lnTo>
                      <a:pt x="551270" y="1292368"/>
                    </a:lnTo>
                    <a:lnTo>
                      <a:pt x="359427" y="1654218"/>
                    </a:lnTo>
                    <a:lnTo>
                      <a:pt x="749" y="1654218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7547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39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ea typeface="黑体" panose="02010609060101010101" pitchFamily="49" charset="-122"/>
                  <a:cs typeface="+mn-cs"/>
                  <a:sym typeface="Canela Text Regular"/>
                </a:endParaRPr>
              </a:p>
            </p:txBody>
          </p:sp>
          <p:sp>
            <p:nvSpPr>
              <p:cNvPr id="13" name="任意形状 12"/>
              <p:cNvSpPr/>
              <p:nvPr/>
            </p:nvSpPr>
            <p:spPr>
              <a:xfrm>
                <a:off x="9570293" y="6017677"/>
                <a:ext cx="2035247" cy="1653862"/>
              </a:xfrm>
              <a:custGeom>
                <a:avLst/>
                <a:gdLst>
                  <a:gd name="connsiteX0" fmla="*/ 839185 w 2035247"/>
                  <a:gd name="connsiteY0" fmla="*/ 1654214 h 1653862"/>
                  <a:gd name="connsiteX1" fmla="*/ 839185 w 2035247"/>
                  <a:gd name="connsiteY1" fmla="*/ 904618 h 1653862"/>
                  <a:gd name="connsiteX2" fmla="*/ 1257 w 2035247"/>
                  <a:gd name="connsiteY2" fmla="*/ 351 h 1653862"/>
                  <a:gd name="connsiteX3" fmla="*/ 504085 w 2035247"/>
                  <a:gd name="connsiteY3" fmla="*/ 351 h 1653862"/>
                  <a:gd name="connsiteX4" fmla="*/ 1031027 w 2035247"/>
                  <a:gd name="connsiteY4" fmla="*/ 620639 h 1653862"/>
                  <a:gd name="connsiteX5" fmla="*/ 1581905 w 2035247"/>
                  <a:gd name="connsiteY5" fmla="*/ 351 h 1653862"/>
                  <a:gd name="connsiteX6" fmla="*/ 2036505 w 2035247"/>
                  <a:gd name="connsiteY6" fmla="*/ 351 h 1653862"/>
                  <a:gd name="connsiteX7" fmla="*/ 1198756 w 2035247"/>
                  <a:gd name="connsiteY7" fmla="*/ 904618 h 1653862"/>
                  <a:gd name="connsiteX8" fmla="*/ 1198756 w 2035247"/>
                  <a:gd name="connsiteY8" fmla="*/ 1654214 h 1653862"/>
                  <a:gd name="connsiteX9" fmla="*/ 839185 w 2035247"/>
                  <a:gd name="connsiteY9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35247" h="1653862">
                    <a:moveTo>
                      <a:pt x="839185" y="1654214"/>
                    </a:moveTo>
                    <a:lnTo>
                      <a:pt x="839185" y="904618"/>
                    </a:lnTo>
                    <a:lnTo>
                      <a:pt x="1257" y="351"/>
                    </a:lnTo>
                    <a:lnTo>
                      <a:pt x="504085" y="351"/>
                    </a:lnTo>
                    <a:lnTo>
                      <a:pt x="1031027" y="620639"/>
                    </a:lnTo>
                    <a:lnTo>
                      <a:pt x="1581905" y="351"/>
                    </a:lnTo>
                    <a:lnTo>
                      <a:pt x="2036505" y="351"/>
                    </a:lnTo>
                    <a:lnTo>
                      <a:pt x="1198756" y="904618"/>
                    </a:lnTo>
                    <a:lnTo>
                      <a:pt x="1198756" y="1654214"/>
                    </a:lnTo>
                    <a:lnTo>
                      <a:pt x="839185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7547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39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ea typeface="黑体" panose="02010609060101010101" pitchFamily="49" charset="-122"/>
                  <a:cs typeface="+mn-cs"/>
                  <a:sym typeface="Canela Text Regular"/>
                </a:endParaRPr>
              </a:p>
            </p:txBody>
          </p:sp>
          <p:sp>
            <p:nvSpPr>
              <p:cNvPr id="14" name="任意形状 13"/>
              <p:cNvSpPr/>
              <p:nvPr/>
            </p:nvSpPr>
            <p:spPr>
              <a:xfrm>
                <a:off x="11771482" y="6017677"/>
                <a:ext cx="2083119" cy="1653862"/>
              </a:xfrm>
              <a:custGeom>
                <a:avLst/>
                <a:gdLst>
                  <a:gd name="connsiteX0" fmla="*/ 1516 w 2083119"/>
                  <a:gd name="connsiteY0" fmla="*/ 1654214 h 1653862"/>
                  <a:gd name="connsiteX1" fmla="*/ 1516 w 2083119"/>
                  <a:gd name="connsiteY1" fmla="*/ 351 h 1653862"/>
                  <a:gd name="connsiteX2" fmla="*/ 288745 w 2083119"/>
                  <a:gd name="connsiteY2" fmla="*/ 351 h 1653862"/>
                  <a:gd name="connsiteX3" fmla="*/ 1055044 w 2083119"/>
                  <a:gd name="connsiteY3" fmla="*/ 982310 h 1653862"/>
                  <a:gd name="connsiteX4" fmla="*/ 1797407 w 2083119"/>
                  <a:gd name="connsiteY4" fmla="*/ 351 h 1653862"/>
                  <a:gd name="connsiteX5" fmla="*/ 2084636 w 2083119"/>
                  <a:gd name="connsiteY5" fmla="*/ 351 h 1653862"/>
                  <a:gd name="connsiteX6" fmla="*/ 2084636 w 2083119"/>
                  <a:gd name="connsiteY6" fmla="*/ 1654214 h 1653862"/>
                  <a:gd name="connsiteX7" fmla="*/ 1749536 w 2083119"/>
                  <a:gd name="connsiteY7" fmla="*/ 1654214 h 1653862"/>
                  <a:gd name="connsiteX8" fmla="*/ 1749536 w 2083119"/>
                  <a:gd name="connsiteY8" fmla="*/ 517407 h 1653862"/>
                  <a:gd name="connsiteX9" fmla="*/ 1055044 w 2083119"/>
                  <a:gd name="connsiteY9" fmla="*/ 1447213 h 1653862"/>
                  <a:gd name="connsiteX10" fmla="*/ 983237 w 2083119"/>
                  <a:gd name="connsiteY10" fmla="*/ 1447213 h 1653862"/>
                  <a:gd name="connsiteX11" fmla="*/ 288745 w 2083119"/>
                  <a:gd name="connsiteY11" fmla="*/ 542768 h 1653862"/>
                  <a:gd name="connsiteX12" fmla="*/ 288745 w 2083119"/>
                  <a:gd name="connsiteY12" fmla="*/ 1654214 h 1653862"/>
                  <a:gd name="connsiteX13" fmla="*/ 1516 w 2083119"/>
                  <a:gd name="connsiteY13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3119" h="1653862">
                    <a:moveTo>
                      <a:pt x="1516" y="1654214"/>
                    </a:moveTo>
                    <a:lnTo>
                      <a:pt x="1516" y="351"/>
                    </a:lnTo>
                    <a:lnTo>
                      <a:pt x="288745" y="351"/>
                    </a:lnTo>
                    <a:lnTo>
                      <a:pt x="1055044" y="982310"/>
                    </a:lnTo>
                    <a:lnTo>
                      <a:pt x="1797407" y="351"/>
                    </a:lnTo>
                    <a:lnTo>
                      <a:pt x="2084636" y="351"/>
                    </a:lnTo>
                    <a:lnTo>
                      <a:pt x="2084636" y="1654214"/>
                    </a:lnTo>
                    <a:lnTo>
                      <a:pt x="1749536" y="1654214"/>
                    </a:lnTo>
                    <a:lnTo>
                      <a:pt x="1749536" y="517407"/>
                    </a:lnTo>
                    <a:lnTo>
                      <a:pt x="1055044" y="1447213"/>
                    </a:lnTo>
                    <a:lnTo>
                      <a:pt x="983237" y="1447213"/>
                    </a:lnTo>
                    <a:lnTo>
                      <a:pt x="288745" y="542768"/>
                    </a:lnTo>
                    <a:lnTo>
                      <a:pt x="288745" y="1654214"/>
                    </a:lnTo>
                    <a:lnTo>
                      <a:pt x="1516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7547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39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ea typeface="黑体" panose="02010609060101010101" pitchFamily="49" charset="-122"/>
                  <a:cs typeface="+mn-cs"/>
                  <a:sym typeface="Canela Text Regular"/>
                </a:endParaRPr>
              </a:p>
            </p:txBody>
          </p:sp>
          <p:sp>
            <p:nvSpPr>
              <p:cNvPr id="15" name="任意形状 14"/>
              <p:cNvSpPr/>
              <p:nvPr/>
            </p:nvSpPr>
            <p:spPr>
              <a:xfrm>
                <a:off x="16491452" y="6017677"/>
                <a:ext cx="1915748" cy="1653862"/>
              </a:xfrm>
              <a:custGeom>
                <a:avLst/>
                <a:gdLst>
                  <a:gd name="connsiteX0" fmla="*/ 2068 w 1915748"/>
                  <a:gd name="connsiteY0" fmla="*/ 1654214 h 1653862"/>
                  <a:gd name="connsiteX1" fmla="*/ 2068 w 1915748"/>
                  <a:gd name="connsiteY1" fmla="*/ 351 h 1653862"/>
                  <a:gd name="connsiteX2" fmla="*/ 385217 w 1915748"/>
                  <a:gd name="connsiteY2" fmla="*/ 351 h 1653862"/>
                  <a:gd name="connsiteX3" fmla="*/ 385217 w 1915748"/>
                  <a:gd name="connsiteY3" fmla="*/ 646358 h 1653862"/>
                  <a:gd name="connsiteX4" fmla="*/ 1558423 w 1915748"/>
                  <a:gd name="connsiteY4" fmla="*/ 646358 h 1653862"/>
                  <a:gd name="connsiteX5" fmla="*/ 1558423 w 1915748"/>
                  <a:gd name="connsiteY5" fmla="*/ 351 h 1653862"/>
                  <a:gd name="connsiteX6" fmla="*/ 1917816 w 1915748"/>
                  <a:gd name="connsiteY6" fmla="*/ 351 h 1653862"/>
                  <a:gd name="connsiteX7" fmla="*/ 1917816 w 1915748"/>
                  <a:gd name="connsiteY7" fmla="*/ 1654214 h 1653862"/>
                  <a:gd name="connsiteX8" fmla="*/ 1558423 w 1915748"/>
                  <a:gd name="connsiteY8" fmla="*/ 1654214 h 1653862"/>
                  <a:gd name="connsiteX9" fmla="*/ 1558423 w 1915748"/>
                  <a:gd name="connsiteY9" fmla="*/ 956413 h 1653862"/>
                  <a:gd name="connsiteX10" fmla="*/ 385217 w 1915748"/>
                  <a:gd name="connsiteY10" fmla="*/ 956413 h 1653862"/>
                  <a:gd name="connsiteX11" fmla="*/ 385217 w 1915748"/>
                  <a:gd name="connsiteY11" fmla="*/ 1654214 h 1653862"/>
                  <a:gd name="connsiteX12" fmla="*/ 2068 w 1915748"/>
                  <a:gd name="connsiteY12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15748" h="1653862">
                    <a:moveTo>
                      <a:pt x="2068" y="1654214"/>
                    </a:moveTo>
                    <a:lnTo>
                      <a:pt x="2068" y="351"/>
                    </a:lnTo>
                    <a:lnTo>
                      <a:pt x="385217" y="351"/>
                    </a:lnTo>
                    <a:lnTo>
                      <a:pt x="385217" y="646358"/>
                    </a:lnTo>
                    <a:lnTo>
                      <a:pt x="1558423" y="646358"/>
                    </a:lnTo>
                    <a:lnTo>
                      <a:pt x="1558423" y="351"/>
                    </a:lnTo>
                    <a:lnTo>
                      <a:pt x="1917816" y="351"/>
                    </a:lnTo>
                    <a:lnTo>
                      <a:pt x="1917816" y="1654214"/>
                    </a:lnTo>
                    <a:lnTo>
                      <a:pt x="1558423" y="1654214"/>
                    </a:lnTo>
                    <a:lnTo>
                      <a:pt x="1558423" y="956413"/>
                    </a:lnTo>
                    <a:lnTo>
                      <a:pt x="385217" y="956413"/>
                    </a:lnTo>
                    <a:lnTo>
                      <a:pt x="385217" y="1654214"/>
                    </a:lnTo>
                    <a:lnTo>
                      <a:pt x="2068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7547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39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ea typeface="黑体" panose="02010609060101010101" pitchFamily="49" charset="-122"/>
                  <a:cs typeface="+mn-cs"/>
                  <a:sym typeface="Canela Text Regular"/>
                </a:endParaRPr>
              </a:p>
            </p:txBody>
          </p:sp>
          <p:sp>
            <p:nvSpPr>
              <p:cNvPr id="16" name="任意形状 15"/>
              <p:cNvSpPr/>
              <p:nvPr/>
            </p:nvSpPr>
            <p:spPr>
              <a:xfrm>
                <a:off x="18909312" y="6017677"/>
                <a:ext cx="1651919" cy="1653862"/>
              </a:xfrm>
              <a:custGeom>
                <a:avLst/>
                <a:gdLst>
                  <a:gd name="connsiteX0" fmla="*/ 2340 w 1651919"/>
                  <a:gd name="connsiteY0" fmla="*/ 1654214 h 1653862"/>
                  <a:gd name="connsiteX1" fmla="*/ 2340 w 1651919"/>
                  <a:gd name="connsiteY1" fmla="*/ 351 h 1653862"/>
                  <a:gd name="connsiteX2" fmla="*/ 1630324 w 1651919"/>
                  <a:gd name="connsiteY2" fmla="*/ 351 h 1653862"/>
                  <a:gd name="connsiteX3" fmla="*/ 1630324 w 1651919"/>
                  <a:gd name="connsiteY3" fmla="*/ 310585 h 1653862"/>
                  <a:gd name="connsiteX4" fmla="*/ 385132 w 1651919"/>
                  <a:gd name="connsiteY4" fmla="*/ 310585 h 1653862"/>
                  <a:gd name="connsiteX5" fmla="*/ 385132 w 1651919"/>
                  <a:gd name="connsiteY5" fmla="*/ 672434 h 1653862"/>
                  <a:gd name="connsiteX6" fmla="*/ 1103918 w 1651919"/>
                  <a:gd name="connsiteY6" fmla="*/ 672434 h 1653862"/>
                  <a:gd name="connsiteX7" fmla="*/ 1103918 w 1651919"/>
                  <a:gd name="connsiteY7" fmla="*/ 956413 h 1653862"/>
                  <a:gd name="connsiteX8" fmla="*/ 385132 w 1651919"/>
                  <a:gd name="connsiteY8" fmla="*/ 956413 h 1653862"/>
                  <a:gd name="connsiteX9" fmla="*/ 385132 w 1651919"/>
                  <a:gd name="connsiteY9" fmla="*/ 1343981 h 1653862"/>
                  <a:gd name="connsiteX10" fmla="*/ 1654260 w 1651919"/>
                  <a:gd name="connsiteY10" fmla="*/ 1343981 h 1653862"/>
                  <a:gd name="connsiteX11" fmla="*/ 1654260 w 1651919"/>
                  <a:gd name="connsiteY11" fmla="*/ 1654214 h 1653862"/>
                  <a:gd name="connsiteX12" fmla="*/ 2340 w 1651919"/>
                  <a:gd name="connsiteY12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51919" h="1653862">
                    <a:moveTo>
                      <a:pt x="2340" y="1654214"/>
                    </a:moveTo>
                    <a:lnTo>
                      <a:pt x="2340" y="351"/>
                    </a:lnTo>
                    <a:lnTo>
                      <a:pt x="1630324" y="351"/>
                    </a:lnTo>
                    <a:lnTo>
                      <a:pt x="1630324" y="310585"/>
                    </a:lnTo>
                    <a:lnTo>
                      <a:pt x="385132" y="310585"/>
                    </a:lnTo>
                    <a:lnTo>
                      <a:pt x="385132" y="672434"/>
                    </a:lnTo>
                    <a:lnTo>
                      <a:pt x="1103918" y="672434"/>
                    </a:lnTo>
                    <a:lnTo>
                      <a:pt x="1103918" y="956413"/>
                    </a:lnTo>
                    <a:lnTo>
                      <a:pt x="385132" y="956413"/>
                    </a:lnTo>
                    <a:lnTo>
                      <a:pt x="385132" y="1343981"/>
                    </a:lnTo>
                    <a:lnTo>
                      <a:pt x="1654260" y="1343981"/>
                    </a:lnTo>
                    <a:lnTo>
                      <a:pt x="1654260" y="1654214"/>
                    </a:lnTo>
                    <a:lnTo>
                      <a:pt x="2340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7547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39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ea typeface="黑体" panose="02010609060101010101" pitchFamily="49" charset="-122"/>
                  <a:cs typeface="+mn-cs"/>
                  <a:sym typeface="Canela Text Regular"/>
                </a:endParaRPr>
              </a:p>
            </p:txBody>
          </p:sp>
          <p:sp>
            <p:nvSpPr>
              <p:cNvPr id="17" name="任意形状 16"/>
              <p:cNvSpPr/>
              <p:nvPr/>
            </p:nvSpPr>
            <p:spPr>
              <a:xfrm>
                <a:off x="20919908" y="6017677"/>
                <a:ext cx="2083119" cy="1653862"/>
              </a:xfrm>
              <a:custGeom>
                <a:avLst/>
                <a:gdLst>
                  <a:gd name="connsiteX0" fmla="*/ 2603 w 2083119"/>
                  <a:gd name="connsiteY0" fmla="*/ 1654214 h 1653862"/>
                  <a:gd name="connsiteX1" fmla="*/ 2603 w 2083119"/>
                  <a:gd name="connsiteY1" fmla="*/ 351 h 1653862"/>
                  <a:gd name="connsiteX2" fmla="*/ 289832 w 2083119"/>
                  <a:gd name="connsiteY2" fmla="*/ 351 h 1653862"/>
                  <a:gd name="connsiteX3" fmla="*/ 1032374 w 2083119"/>
                  <a:gd name="connsiteY3" fmla="*/ 982310 h 1653862"/>
                  <a:gd name="connsiteX4" fmla="*/ 1774380 w 2083119"/>
                  <a:gd name="connsiteY4" fmla="*/ 351 h 1653862"/>
                  <a:gd name="connsiteX5" fmla="*/ 2085722 w 2083119"/>
                  <a:gd name="connsiteY5" fmla="*/ 351 h 1653862"/>
                  <a:gd name="connsiteX6" fmla="*/ 2085722 w 2083119"/>
                  <a:gd name="connsiteY6" fmla="*/ 1654214 h 1653862"/>
                  <a:gd name="connsiteX7" fmla="*/ 1750266 w 2083119"/>
                  <a:gd name="connsiteY7" fmla="*/ 1654214 h 1653862"/>
                  <a:gd name="connsiteX8" fmla="*/ 1750266 w 2083119"/>
                  <a:gd name="connsiteY8" fmla="*/ 517407 h 1653862"/>
                  <a:gd name="connsiteX9" fmla="*/ 1055952 w 2083119"/>
                  <a:gd name="connsiteY9" fmla="*/ 1447213 h 1653862"/>
                  <a:gd name="connsiteX10" fmla="*/ 984502 w 2083119"/>
                  <a:gd name="connsiteY10" fmla="*/ 1447213 h 1653862"/>
                  <a:gd name="connsiteX11" fmla="*/ 289832 w 2083119"/>
                  <a:gd name="connsiteY11" fmla="*/ 542768 h 1653862"/>
                  <a:gd name="connsiteX12" fmla="*/ 289832 w 2083119"/>
                  <a:gd name="connsiteY12" fmla="*/ 1654214 h 1653862"/>
                  <a:gd name="connsiteX13" fmla="*/ 2603 w 2083119"/>
                  <a:gd name="connsiteY13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3119" h="1653862">
                    <a:moveTo>
                      <a:pt x="2603" y="1654214"/>
                    </a:moveTo>
                    <a:lnTo>
                      <a:pt x="2603" y="351"/>
                    </a:lnTo>
                    <a:lnTo>
                      <a:pt x="289832" y="351"/>
                    </a:lnTo>
                    <a:lnTo>
                      <a:pt x="1032374" y="982310"/>
                    </a:lnTo>
                    <a:lnTo>
                      <a:pt x="1774380" y="351"/>
                    </a:lnTo>
                    <a:lnTo>
                      <a:pt x="2085722" y="351"/>
                    </a:lnTo>
                    <a:lnTo>
                      <a:pt x="2085722" y="1654214"/>
                    </a:lnTo>
                    <a:lnTo>
                      <a:pt x="1750266" y="1654214"/>
                    </a:lnTo>
                    <a:lnTo>
                      <a:pt x="1750266" y="517407"/>
                    </a:lnTo>
                    <a:lnTo>
                      <a:pt x="1055952" y="1447213"/>
                    </a:lnTo>
                    <a:lnTo>
                      <a:pt x="984502" y="1447213"/>
                    </a:lnTo>
                    <a:lnTo>
                      <a:pt x="289832" y="542768"/>
                    </a:lnTo>
                    <a:lnTo>
                      <a:pt x="289832" y="1654214"/>
                    </a:lnTo>
                    <a:lnTo>
                      <a:pt x="2603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7547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39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ea typeface="黑体" panose="02010609060101010101" pitchFamily="49" charset="-122"/>
                  <a:cs typeface="+mn-cs"/>
                  <a:sym typeface="Canela Text Regular"/>
                </a:endParaRPr>
              </a:p>
            </p:txBody>
          </p:sp>
          <p:sp>
            <p:nvSpPr>
              <p:cNvPr id="18" name="任意形状 17"/>
              <p:cNvSpPr/>
              <p:nvPr/>
            </p:nvSpPr>
            <p:spPr>
              <a:xfrm>
                <a:off x="14332597" y="6017791"/>
                <a:ext cx="1764274" cy="1653684"/>
              </a:xfrm>
              <a:custGeom>
                <a:avLst/>
                <a:gdLst>
                  <a:gd name="connsiteX0" fmla="*/ 1380434 w 1764274"/>
                  <a:gd name="connsiteY0" fmla="*/ 1343983 h 1653684"/>
                  <a:gd name="connsiteX1" fmla="*/ 368348 w 1764274"/>
                  <a:gd name="connsiteY1" fmla="*/ 1343983 h 1653684"/>
                  <a:gd name="connsiteX2" fmla="*/ 368348 w 1764274"/>
                  <a:gd name="connsiteY2" fmla="*/ 310408 h 1653684"/>
                  <a:gd name="connsiteX3" fmla="*/ 1380434 w 1764274"/>
                  <a:gd name="connsiteY3" fmla="*/ 310408 h 1653684"/>
                  <a:gd name="connsiteX4" fmla="*/ 1380434 w 1764274"/>
                  <a:gd name="connsiteY4" fmla="*/ 616533 h 1653684"/>
                  <a:gd name="connsiteX5" fmla="*/ 1766085 w 1764274"/>
                  <a:gd name="connsiteY5" fmla="*/ 537055 h 1653684"/>
                  <a:gd name="connsiteX6" fmla="*/ 1733932 w 1764274"/>
                  <a:gd name="connsiteY6" fmla="*/ 206997 h 1653684"/>
                  <a:gd name="connsiteX7" fmla="*/ 1297017 w 1764274"/>
                  <a:gd name="connsiteY7" fmla="*/ 353 h 1653684"/>
                  <a:gd name="connsiteX8" fmla="*/ 285466 w 1764274"/>
                  <a:gd name="connsiteY8" fmla="*/ 353 h 1653684"/>
                  <a:gd name="connsiteX9" fmla="*/ 1810 w 1764274"/>
                  <a:gd name="connsiteY9" fmla="*/ 310050 h 1653684"/>
                  <a:gd name="connsiteX10" fmla="*/ 1810 w 1764274"/>
                  <a:gd name="connsiteY10" fmla="*/ 1344340 h 1653684"/>
                  <a:gd name="connsiteX11" fmla="*/ 285466 w 1764274"/>
                  <a:gd name="connsiteY11" fmla="*/ 1654037 h 1653684"/>
                  <a:gd name="connsiteX12" fmla="*/ 1297017 w 1764274"/>
                  <a:gd name="connsiteY12" fmla="*/ 1654037 h 1653684"/>
                  <a:gd name="connsiteX13" fmla="*/ 1733932 w 1764274"/>
                  <a:gd name="connsiteY13" fmla="*/ 1447394 h 1653684"/>
                  <a:gd name="connsiteX14" fmla="*/ 1766085 w 1764274"/>
                  <a:gd name="connsiteY14" fmla="*/ 1061611 h 1653684"/>
                  <a:gd name="connsiteX15" fmla="*/ 1380434 w 1764274"/>
                  <a:gd name="connsiteY15" fmla="*/ 982312 h 1653684"/>
                  <a:gd name="connsiteX16" fmla="*/ 1380434 w 1764274"/>
                  <a:gd name="connsiteY16" fmla="*/ 1343983 h 16536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64274" h="1653684">
                    <a:moveTo>
                      <a:pt x="1380434" y="1343983"/>
                    </a:moveTo>
                    <a:lnTo>
                      <a:pt x="368348" y="1343983"/>
                    </a:lnTo>
                    <a:lnTo>
                      <a:pt x="368348" y="310408"/>
                    </a:lnTo>
                    <a:lnTo>
                      <a:pt x="1380434" y="310408"/>
                    </a:lnTo>
                    <a:lnTo>
                      <a:pt x="1380434" y="616533"/>
                    </a:lnTo>
                    <a:lnTo>
                      <a:pt x="1766085" y="537055"/>
                    </a:lnTo>
                    <a:lnTo>
                      <a:pt x="1733932" y="206997"/>
                    </a:lnTo>
                    <a:cubicBezTo>
                      <a:pt x="1733932" y="206997"/>
                      <a:pt x="1723751" y="353"/>
                      <a:pt x="1297017" y="353"/>
                    </a:cubicBezTo>
                    <a:lnTo>
                      <a:pt x="285466" y="353"/>
                    </a:lnTo>
                    <a:cubicBezTo>
                      <a:pt x="285466" y="353"/>
                      <a:pt x="1810" y="22321"/>
                      <a:pt x="1810" y="310050"/>
                    </a:cubicBezTo>
                    <a:lnTo>
                      <a:pt x="1810" y="1344340"/>
                    </a:lnTo>
                    <a:cubicBezTo>
                      <a:pt x="1810" y="1632248"/>
                      <a:pt x="285466" y="1654037"/>
                      <a:pt x="285466" y="1654037"/>
                    </a:cubicBezTo>
                    <a:lnTo>
                      <a:pt x="1297017" y="1654037"/>
                    </a:lnTo>
                    <a:cubicBezTo>
                      <a:pt x="1723751" y="1654037"/>
                      <a:pt x="1733932" y="1447394"/>
                      <a:pt x="1733932" y="1447394"/>
                    </a:cubicBezTo>
                    <a:lnTo>
                      <a:pt x="1766085" y="1061611"/>
                    </a:lnTo>
                    <a:lnTo>
                      <a:pt x="1380434" y="982312"/>
                    </a:lnTo>
                    <a:lnTo>
                      <a:pt x="1380434" y="1343983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7547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39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ea typeface="黑体" panose="02010609060101010101" pitchFamily="49" charset="-122"/>
                  <a:cs typeface="+mn-cs"/>
                  <a:sym typeface="Canela Text Regular"/>
                </a:endParaRPr>
              </a:p>
            </p:txBody>
          </p:sp>
          <p:sp>
            <p:nvSpPr>
              <p:cNvPr id="19" name="任意形状 18"/>
              <p:cNvSpPr/>
              <p:nvPr/>
            </p:nvSpPr>
            <p:spPr>
              <a:xfrm>
                <a:off x="7575058" y="6017783"/>
                <a:ext cx="1763618" cy="1647790"/>
              </a:xfrm>
              <a:custGeom>
                <a:avLst/>
                <a:gdLst>
                  <a:gd name="connsiteX0" fmla="*/ 1445187 w 1763618"/>
                  <a:gd name="connsiteY0" fmla="*/ 644577 h 1647790"/>
                  <a:gd name="connsiteX1" fmla="*/ 1445187 w 1763618"/>
                  <a:gd name="connsiteY1" fmla="*/ 644399 h 1647790"/>
                  <a:gd name="connsiteX2" fmla="*/ 391481 w 1763618"/>
                  <a:gd name="connsiteY2" fmla="*/ 644220 h 1647790"/>
                  <a:gd name="connsiteX3" fmla="*/ 391481 w 1763618"/>
                  <a:gd name="connsiteY3" fmla="*/ 310411 h 1647790"/>
                  <a:gd name="connsiteX4" fmla="*/ 1445187 w 1763618"/>
                  <a:gd name="connsiteY4" fmla="*/ 310411 h 1647790"/>
                  <a:gd name="connsiteX5" fmla="*/ 1445187 w 1763618"/>
                  <a:gd name="connsiteY5" fmla="*/ 491515 h 1647790"/>
                  <a:gd name="connsiteX6" fmla="*/ 1764568 w 1763618"/>
                  <a:gd name="connsiteY6" fmla="*/ 411858 h 1647790"/>
                  <a:gd name="connsiteX7" fmla="*/ 1732415 w 1763618"/>
                  <a:gd name="connsiteY7" fmla="*/ 207000 h 1647790"/>
                  <a:gd name="connsiteX8" fmla="*/ 1361770 w 1763618"/>
                  <a:gd name="connsiteY8" fmla="*/ 357 h 1647790"/>
                  <a:gd name="connsiteX9" fmla="*/ 350219 w 1763618"/>
                  <a:gd name="connsiteY9" fmla="*/ 357 h 1647790"/>
                  <a:gd name="connsiteX10" fmla="*/ 66384 w 1763618"/>
                  <a:gd name="connsiteY10" fmla="*/ 310054 h 1647790"/>
                  <a:gd name="connsiteX11" fmla="*/ 66384 w 1763618"/>
                  <a:gd name="connsiteY11" fmla="*/ 718519 h 1647790"/>
                  <a:gd name="connsiteX12" fmla="*/ 385944 w 1763618"/>
                  <a:gd name="connsiteY12" fmla="*/ 981958 h 1647790"/>
                  <a:gd name="connsiteX13" fmla="*/ 385944 w 1763618"/>
                  <a:gd name="connsiteY13" fmla="*/ 982315 h 1647790"/>
                  <a:gd name="connsiteX14" fmla="*/ 1439650 w 1763618"/>
                  <a:gd name="connsiteY14" fmla="*/ 982315 h 1647790"/>
                  <a:gd name="connsiteX15" fmla="*/ 1439650 w 1763618"/>
                  <a:gd name="connsiteY15" fmla="*/ 1337914 h 1647790"/>
                  <a:gd name="connsiteX16" fmla="*/ 320389 w 1763618"/>
                  <a:gd name="connsiteY16" fmla="*/ 1337914 h 1647790"/>
                  <a:gd name="connsiteX17" fmla="*/ 320389 w 1763618"/>
                  <a:gd name="connsiteY17" fmla="*/ 1157168 h 1647790"/>
                  <a:gd name="connsiteX18" fmla="*/ 1008 w 1763618"/>
                  <a:gd name="connsiteY18" fmla="*/ 1236289 h 1647790"/>
                  <a:gd name="connsiteX19" fmla="*/ 33160 w 1763618"/>
                  <a:gd name="connsiteY19" fmla="*/ 1441503 h 1647790"/>
                  <a:gd name="connsiteX20" fmla="*/ 403985 w 1763618"/>
                  <a:gd name="connsiteY20" fmla="*/ 1648147 h 1647790"/>
                  <a:gd name="connsiteX21" fmla="*/ 1480912 w 1763618"/>
                  <a:gd name="connsiteY21" fmla="*/ 1648147 h 1647790"/>
                  <a:gd name="connsiteX22" fmla="*/ 1764568 w 1763618"/>
                  <a:gd name="connsiteY22" fmla="*/ 1338271 h 1647790"/>
                  <a:gd name="connsiteX23" fmla="*/ 1764568 w 1763618"/>
                  <a:gd name="connsiteY23" fmla="*/ 908016 h 1647790"/>
                  <a:gd name="connsiteX24" fmla="*/ 1445187 w 1763618"/>
                  <a:gd name="connsiteY24" fmla="*/ 644577 h 16477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63618" h="1647790">
                    <a:moveTo>
                      <a:pt x="1445187" y="644577"/>
                    </a:moveTo>
                    <a:lnTo>
                      <a:pt x="1445187" y="644399"/>
                    </a:lnTo>
                    <a:lnTo>
                      <a:pt x="391481" y="644220"/>
                    </a:lnTo>
                    <a:lnTo>
                      <a:pt x="391481" y="310411"/>
                    </a:lnTo>
                    <a:lnTo>
                      <a:pt x="1445187" y="310411"/>
                    </a:lnTo>
                    <a:lnTo>
                      <a:pt x="1445187" y="491515"/>
                    </a:lnTo>
                    <a:lnTo>
                      <a:pt x="1764568" y="411858"/>
                    </a:lnTo>
                    <a:lnTo>
                      <a:pt x="1732415" y="207000"/>
                    </a:lnTo>
                    <a:cubicBezTo>
                      <a:pt x="1732415" y="207000"/>
                      <a:pt x="1700084" y="357"/>
                      <a:pt x="1361770" y="357"/>
                    </a:cubicBezTo>
                    <a:lnTo>
                      <a:pt x="350219" y="357"/>
                    </a:lnTo>
                    <a:cubicBezTo>
                      <a:pt x="350219" y="357"/>
                      <a:pt x="66384" y="22325"/>
                      <a:pt x="66384" y="310054"/>
                    </a:cubicBezTo>
                    <a:lnTo>
                      <a:pt x="66384" y="718519"/>
                    </a:lnTo>
                    <a:cubicBezTo>
                      <a:pt x="66384" y="718519"/>
                      <a:pt x="54417" y="977314"/>
                      <a:pt x="385944" y="981958"/>
                    </a:cubicBezTo>
                    <a:lnTo>
                      <a:pt x="385944" y="982315"/>
                    </a:lnTo>
                    <a:lnTo>
                      <a:pt x="1439650" y="982315"/>
                    </a:lnTo>
                    <a:lnTo>
                      <a:pt x="1439650" y="1337914"/>
                    </a:lnTo>
                    <a:lnTo>
                      <a:pt x="320389" y="1337914"/>
                    </a:lnTo>
                    <a:lnTo>
                      <a:pt x="320389" y="1157168"/>
                    </a:lnTo>
                    <a:lnTo>
                      <a:pt x="1008" y="1236289"/>
                    </a:lnTo>
                    <a:lnTo>
                      <a:pt x="33160" y="1441503"/>
                    </a:lnTo>
                    <a:cubicBezTo>
                      <a:pt x="33160" y="1441503"/>
                      <a:pt x="65134" y="1648147"/>
                      <a:pt x="403985" y="1648147"/>
                    </a:cubicBezTo>
                    <a:lnTo>
                      <a:pt x="1480912" y="1648147"/>
                    </a:lnTo>
                    <a:cubicBezTo>
                      <a:pt x="1480912" y="1648147"/>
                      <a:pt x="1764568" y="1626179"/>
                      <a:pt x="1764568" y="1338271"/>
                    </a:cubicBezTo>
                    <a:lnTo>
                      <a:pt x="1764568" y="908016"/>
                    </a:lnTo>
                    <a:cubicBezTo>
                      <a:pt x="1764568" y="908016"/>
                      <a:pt x="1776893" y="649221"/>
                      <a:pt x="1445187" y="644577"/>
                    </a:cubicBezTo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7547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39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ea typeface="黑体" panose="02010609060101010101" pitchFamily="49" charset="-122"/>
                  <a:cs typeface="+mn-cs"/>
                  <a:sym typeface="Canela Text Regular"/>
                </a:endParaRPr>
              </a:p>
            </p:txBody>
          </p:sp>
        </p:grpSp>
      </p:grpSp>
      <p:sp>
        <p:nvSpPr>
          <p:cNvPr id="6" name="Rechteck"/>
          <p:cNvSpPr/>
          <p:nvPr userDrawn="1"/>
        </p:nvSpPr>
        <p:spPr>
          <a:xfrm rot="5400000">
            <a:off x="4464001" y="463500"/>
            <a:ext cx="216000" cy="9144000"/>
          </a:xfrm>
          <a:prstGeom prst="rect">
            <a:avLst/>
          </a:prstGeom>
          <a:solidFill>
            <a:srgbClr val="151046"/>
          </a:solidFill>
          <a:ln w="12700">
            <a:miter lim="400000"/>
          </a:ln>
        </p:spPr>
        <p:txBody>
          <a:bodyPr lIns="45705" rIns="45705" anchor="ctr"/>
          <a:lstStyle/>
          <a:p>
            <a:pPr marL="0" marR="0" lvl="0" indent="0" algn="l" defTabSz="91408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kumimoji="0" sz="1799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8D3E8B2-E389-04E8-B5F1-04BFCA87B38C}"/>
              </a:ext>
            </a:extLst>
          </p:cNvPr>
          <p:cNvSpPr/>
          <p:nvPr userDrawn="1"/>
        </p:nvSpPr>
        <p:spPr>
          <a:xfrm>
            <a:off x="-1005084" y="264521"/>
            <a:ext cx="1005084" cy="318628"/>
          </a:xfrm>
          <a:prstGeom prst="rect">
            <a:avLst/>
          </a:prstGeom>
          <a:solidFill>
            <a:srgbClr val="0136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5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34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B5C69D5-977B-8B84-17D2-7B9302C21783}"/>
              </a:ext>
            </a:extLst>
          </p:cNvPr>
          <p:cNvSpPr/>
          <p:nvPr userDrawn="1"/>
        </p:nvSpPr>
        <p:spPr>
          <a:xfrm>
            <a:off x="-1005084" y="687584"/>
            <a:ext cx="1005084" cy="318628"/>
          </a:xfrm>
          <a:prstGeom prst="rect">
            <a:avLst/>
          </a:prstGeom>
          <a:solidFill>
            <a:srgbClr val="265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5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34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31D4349-4230-1E0F-C41C-08E737E71E0D}"/>
              </a:ext>
            </a:extLst>
          </p:cNvPr>
          <p:cNvSpPr/>
          <p:nvPr userDrawn="1"/>
        </p:nvSpPr>
        <p:spPr>
          <a:xfrm>
            <a:off x="-1005084" y="1100923"/>
            <a:ext cx="1005084" cy="318628"/>
          </a:xfrm>
          <a:prstGeom prst="rect">
            <a:avLst/>
          </a:prstGeom>
          <a:solidFill>
            <a:srgbClr val="2E5A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5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34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EE8EFAD-1523-ED2F-4821-67FCC664931F}"/>
              </a:ext>
            </a:extLst>
          </p:cNvPr>
          <p:cNvSpPr/>
          <p:nvPr userDrawn="1"/>
        </p:nvSpPr>
        <p:spPr>
          <a:xfrm>
            <a:off x="-1005084" y="1918871"/>
            <a:ext cx="1005084" cy="318628"/>
          </a:xfrm>
          <a:prstGeom prst="rect">
            <a:avLst/>
          </a:prstGeom>
          <a:solidFill>
            <a:srgbClr val="4AD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5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34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C3F240F-53E4-08F1-BC3B-7C1E8AB8B4E3}"/>
              </a:ext>
            </a:extLst>
          </p:cNvPr>
          <p:cNvSpPr/>
          <p:nvPr userDrawn="1"/>
        </p:nvSpPr>
        <p:spPr>
          <a:xfrm>
            <a:off x="-1005084" y="1514263"/>
            <a:ext cx="1005084" cy="318628"/>
          </a:xfrm>
          <a:prstGeom prst="rect">
            <a:avLst/>
          </a:prstGeom>
          <a:solidFill>
            <a:srgbClr val="05AE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5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34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100652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图形 2"/>
          <p:cNvGrpSpPr/>
          <p:nvPr userDrawn="1"/>
        </p:nvGrpSpPr>
        <p:grpSpPr>
          <a:xfrm>
            <a:off x="499112" y="467190"/>
            <a:ext cx="2442510" cy="602628"/>
            <a:chOff x="154" y="3849680"/>
            <a:chExt cx="24382305" cy="6015724"/>
          </a:xfrm>
        </p:grpSpPr>
        <p:sp>
          <p:nvSpPr>
            <p:cNvPr id="9" name="任意形状 8"/>
            <p:cNvSpPr/>
            <p:nvPr/>
          </p:nvSpPr>
          <p:spPr>
            <a:xfrm>
              <a:off x="154" y="3849680"/>
              <a:ext cx="24382305" cy="6015724"/>
            </a:xfrm>
            <a:custGeom>
              <a:avLst/>
              <a:gdLst>
                <a:gd name="connsiteX0" fmla="*/ -14455 w 24382305"/>
                <a:gd name="connsiteY0" fmla="*/ -146 h 6015724"/>
                <a:gd name="connsiteX1" fmla="*/ 24367846 w 24382305"/>
                <a:gd name="connsiteY1" fmla="*/ -146 h 6015724"/>
                <a:gd name="connsiteX2" fmla="*/ 24367846 w 24382305"/>
                <a:gd name="connsiteY2" fmla="*/ 6015579 h 6015724"/>
                <a:gd name="connsiteX3" fmla="*/ -14462 w 24382305"/>
                <a:gd name="connsiteY3" fmla="*/ 6015579 h 6015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82305" h="6015724">
                  <a:moveTo>
                    <a:pt x="-14455" y="-146"/>
                  </a:moveTo>
                  <a:lnTo>
                    <a:pt x="24367846" y="-146"/>
                  </a:lnTo>
                  <a:lnTo>
                    <a:pt x="24367846" y="6015579"/>
                  </a:lnTo>
                  <a:lnTo>
                    <a:pt x="-14462" y="6015579"/>
                  </a:lnTo>
                  <a:close/>
                </a:path>
              </a:pathLst>
            </a:custGeom>
            <a:noFill/>
            <a:ln w="6587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ctr" defTabSz="2437547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399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ea typeface="黑体" panose="02010609060101010101" pitchFamily="49" charset="-122"/>
                <a:cs typeface="+mn-cs"/>
                <a:sym typeface="Canela Text Regular"/>
              </a:endParaRPr>
            </a:p>
          </p:txBody>
        </p:sp>
        <p:grpSp>
          <p:nvGrpSpPr>
            <p:cNvPr id="10" name="图形 2"/>
            <p:cNvGrpSpPr/>
            <p:nvPr/>
          </p:nvGrpSpPr>
          <p:grpSpPr>
            <a:xfrm>
              <a:off x="1379470" y="4700209"/>
              <a:ext cx="21623556" cy="4314688"/>
              <a:chOff x="1379470" y="4700209"/>
              <a:chExt cx="21623556" cy="4314688"/>
            </a:xfrm>
          </p:grpSpPr>
          <p:sp>
            <p:nvSpPr>
              <p:cNvPr id="11" name="任意形状 10"/>
              <p:cNvSpPr/>
              <p:nvPr/>
            </p:nvSpPr>
            <p:spPr>
              <a:xfrm>
                <a:off x="1379470" y="4700209"/>
                <a:ext cx="3567667" cy="4314688"/>
              </a:xfrm>
              <a:custGeom>
                <a:avLst/>
                <a:gdLst>
                  <a:gd name="connsiteX0" fmla="*/ 3520360 w 3567667"/>
                  <a:gd name="connsiteY0" fmla="*/ 3488286 h 4314688"/>
                  <a:gd name="connsiteX1" fmla="*/ 1796098 w 3567667"/>
                  <a:gd name="connsiteY1" fmla="*/ 4315039 h 4314688"/>
                  <a:gd name="connsiteX2" fmla="*/ 386 w 3567667"/>
                  <a:gd name="connsiteY2" fmla="*/ 2067143 h 4314688"/>
                  <a:gd name="connsiteX3" fmla="*/ 814556 w 3567667"/>
                  <a:gd name="connsiteY3" fmla="*/ 51788 h 4314688"/>
                  <a:gd name="connsiteX4" fmla="*/ 2538640 w 3567667"/>
                  <a:gd name="connsiteY4" fmla="*/ 350 h 4314688"/>
                  <a:gd name="connsiteX5" fmla="*/ 3568053 w 3567667"/>
                  <a:gd name="connsiteY5" fmla="*/ 1498471 h 4314688"/>
                  <a:gd name="connsiteX6" fmla="*/ 3304582 w 3567667"/>
                  <a:gd name="connsiteY6" fmla="*/ 1472931 h 4314688"/>
                  <a:gd name="connsiteX7" fmla="*/ 2514526 w 3567667"/>
                  <a:gd name="connsiteY7" fmla="*/ 413459 h 4314688"/>
                  <a:gd name="connsiteX8" fmla="*/ 1173591 w 3567667"/>
                  <a:gd name="connsiteY8" fmla="*/ 465075 h 4314688"/>
                  <a:gd name="connsiteX9" fmla="*/ 694699 w 3567667"/>
                  <a:gd name="connsiteY9" fmla="*/ 1963910 h 4314688"/>
                  <a:gd name="connsiteX10" fmla="*/ 1915955 w 3567667"/>
                  <a:gd name="connsiteY10" fmla="*/ 3488286 h 4314688"/>
                  <a:gd name="connsiteX11" fmla="*/ 3257068 w 3567667"/>
                  <a:gd name="connsiteY11" fmla="*/ 2971588 h 4314688"/>
                  <a:gd name="connsiteX12" fmla="*/ 3520360 w 3567667"/>
                  <a:gd name="connsiteY12" fmla="*/ 3488286 h 4314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67667" h="4314688">
                    <a:moveTo>
                      <a:pt x="3520360" y="3488286"/>
                    </a:moveTo>
                    <a:lnTo>
                      <a:pt x="1796098" y="4315039"/>
                    </a:lnTo>
                    <a:lnTo>
                      <a:pt x="386" y="2067143"/>
                    </a:lnTo>
                    <a:lnTo>
                      <a:pt x="814556" y="51788"/>
                    </a:lnTo>
                    <a:lnTo>
                      <a:pt x="2538640" y="350"/>
                    </a:lnTo>
                    <a:lnTo>
                      <a:pt x="3568053" y="1498471"/>
                    </a:lnTo>
                    <a:lnTo>
                      <a:pt x="3304582" y="1472931"/>
                    </a:lnTo>
                    <a:lnTo>
                      <a:pt x="2514526" y="413459"/>
                    </a:lnTo>
                    <a:lnTo>
                      <a:pt x="1173591" y="465075"/>
                    </a:lnTo>
                    <a:lnTo>
                      <a:pt x="694699" y="1963910"/>
                    </a:lnTo>
                    <a:lnTo>
                      <a:pt x="1915955" y="3488286"/>
                    </a:lnTo>
                    <a:lnTo>
                      <a:pt x="3257068" y="2971588"/>
                    </a:lnTo>
                    <a:lnTo>
                      <a:pt x="3520360" y="3488286"/>
                    </a:lnTo>
                    <a:close/>
                  </a:path>
                </a:pathLst>
              </a:custGeom>
              <a:solidFill>
                <a:srgbClr val="103565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7547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39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ea typeface="黑体" panose="02010609060101010101" pitchFamily="49" charset="-122"/>
                  <a:cs typeface="+mn-cs"/>
                  <a:sym typeface="Canela Text Regular"/>
                </a:endParaRPr>
              </a:p>
            </p:txBody>
          </p:sp>
          <p:sp>
            <p:nvSpPr>
              <p:cNvPr id="12" name="任意形状 11"/>
              <p:cNvSpPr/>
              <p:nvPr/>
            </p:nvSpPr>
            <p:spPr>
              <a:xfrm>
                <a:off x="5235615" y="6017719"/>
                <a:ext cx="2178861" cy="1653862"/>
              </a:xfrm>
              <a:custGeom>
                <a:avLst/>
                <a:gdLst>
                  <a:gd name="connsiteX0" fmla="*/ 719177 w 2178861"/>
                  <a:gd name="connsiteY0" fmla="*/ 982314 h 1653862"/>
                  <a:gd name="connsiteX1" fmla="*/ 1413491 w 2178861"/>
                  <a:gd name="connsiteY1" fmla="*/ 982314 h 1653862"/>
                  <a:gd name="connsiteX2" fmla="*/ 1054277 w 2178861"/>
                  <a:gd name="connsiteY2" fmla="*/ 310410 h 1653862"/>
                  <a:gd name="connsiteX3" fmla="*/ 719177 w 2178861"/>
                  <a:gd name="connsiteY3" fmla="*/ 982314 h 1653862"/>
                  <a:gd name="connsiteX4" fmla="*/ 749 w 2178861"/>
                  <a:gd name="connsiteY4" fmla="*/ 1654218 h 1653862"/>
                  <a:gd name="connsiteX5" fmla="*/ 910663 w 2178861"/>
                  <a:gd name="connsiteY5" fmla="*/ 355 h 1653862"/>
                  <a:gd name="connsiteX6" fmla="*/ 1245941 w 2178861"/>
                  <a:gd name="connsiteY6" fmla="*/ 355 h 1653862"/>
                  <a:gd name="connsiteX7" fmla="*/ 2179611 w 2178861"/>
                  <a:gd name="connsiteY7" fmla="*/ 1654218 h 1653862"/>
                  <a:gd name="connsiteX8" fmla="*/ 1748948 w 2178861"/>
                  <a:gd name="connsiteY8" fmla="*/ 1654218 h 1653862"/>
                  <a:gd name="connsiteX9" fmla="*/ 1556926 w 2178861"/>
                  <a:gd name="connsiteY9" fmla="*/ 1292368 h 1653862"/>
                  <a:gd name="connsiteX10" fmla="*/ 551270 w 2178861"/>
                  <a:gd name="connsiteY10" fmla="*/ 1292368 h 1653862"/>
                  <a:gd name="connsiteX11" fmla="*/ 359427 w 2178861"/>
                  <a:gd name="connsiteY11" fmla="*/ 1654218 h 1653862"/>
                  <a:gd name="connsiteX12" fmla="*/ 749 w 2178861"/>
                  <a:gd name="connsiteY12" fmla="*/ 1654218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78861" h="1653862">
                    <a:moveTo>
                      <a:pt x="719177" y="982314"/>
                    </a:moveTo>
                    <a:lnTo>
                      <a:pt x="1413491" y="982314"/>
                    </a:lnTo>
                    <a:lnTo>
                      <a:pt x="1054277" y="310410"/>
                    </a:lnTo>
                    <a:lnTo>
                      <a:pt x="719177" y="982314"/>
                    </a:lnTo>
                    <a:close/>
                    <a:moveTo>
                      <a:pt x="749" y="1654218"/>
                    </a:moveTo>
                    <a:lnTo>
                      <a:pt x="910663" y="355"/>
                    </a:lnTo>
                    <a:lnTo>
                      <a:pt x="1245941" y="355"/>
                    </a:lnTo>
                    <a:lnTo>
                      <a:pt x="2179611" y="1654218"/>
                    </a:lnTo>
                    <a:lnTo>
                      <a:pt x="1748948" y="1654218"/>
                    </a:lnTo>
                    <a:lnTo>
                      <a:pt x="1556926" y="1292368"/>
                    </a:lnTo>
                    <a:lnTo>
                      <a:pt x="551270" y="1292368"/>
                    </a:lnTo>
                    <a:lnTo>
                      <a:pt x="359427" y="1654218"/>
                    </a:lnTo>
                    <a:lnTo>
                      <a:pt x="749" y="1654218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7547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39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ea typeface="黑体" panose="02010609060101010101" pitchFamily="49" charset="-122"/>
                  <a:cs typeface="+mn-cs"/>
                  <a:sym typeface="Canela Text Regular"/>
                </a:endParaRPr>
              </a:p>
            </p:txBody>
          </p:sp>
          <p:sp>
            <p:nvSpPr>
              <p:cNvPr id="13" name="任意形状 12"/>
              <p:cNvSpPr/>
              <p:nvPr/>
            </p:nvSpPr>
            <p:spPr>
              <a:xfrm>
                <a:off x="9570293" y="6017677"/>
                <a:ext cx="2035247" cy="1653862"/>
              </a:xfrm>
              <a:custGeom>
                <a:avLst/>
                <a:gdLst>
                  <a:gd name="connsiteX0" fmla="*/ 839185 w 2035247"/>
                  <a:gd name="connsiteY0" fmla="*/ 1654214 h 1653862"/>
                  <a:gd name="connsiteX1" fmla="*/ 839185 w 2035247"/>
                  <a:gd name="connsiteY1" fmla="*/ 904618 h 1653862"/>
                  <a:gd name="connsiteX2" fmla="*/ 1257 w 2035247"/>
                  <a:gd name="connsiteY2" fmla="*/ 351 h 1653862"/>
                  <a:gd name="connsiteX3" fmla="*/ 504085 w 2035247"/>
                  <a:gd name="connsiteY3" fmla="*/ 351 h 1653862"/>
                  <a:gd name="connsiteX4" fmla="*/ 1031027 w 2035247"/>
                  <a:gd name="connsiteY4" fmla="*/ 620639 h 1653862"/>
                  <a:gd name="connsiteX5" fmla="*/ 1581905 w 2035247"/>
                  <a:gd name="connsiteY5" fmla="*/ 351 h 1653862"/>
                  <a:gd name="connsiteX6" fmla="*/ 2036505 w 2035247"/>
                  <a:gd name="connsiteY6" fmla="*/ 351 h 1653862"/>
                  <a:gd name="connsiteX7" fmla="*/ 1198756 w 2035247"/>
                  <a:gd name="connsiteY7" fmla="*/ 904618 h 1653862"/>
                  <a:gd name="connsiteX8" fmla="*/ 1198756 w 2035247"/>
                  <a:gd name="connsiteY8" fmla="*/ 1654214 h 1653862"/>
                  <a:gd name="connsiteX9" fmla="*/ 839185 w 2035247"/>
                  <a:gd name="connsiteY9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35247" h="1653862">
                    <a:moveTo>
                      <a:pt x="839185" y="1654214"/>
                    </a:moveTo>
                    <a:lnTo>
                      <a:pt x="839185" y="904618"/>
                    </a:lnTo>
                    <a:lnTo>
                      <a:pt x="1257" y="351"/>
                    </a:lnTo>
                    <a:lnTo>
                      <a:pt x="504085" y="351"/>
                    </a:lnTo>
                    <a:lnTo>
                      <a:pt x="1031027" y="620639"/>
                    </a:lnTo>
                    <a:lnTo>
                      <a:pt x="1581905" y="351"/>
                    </a:lnTo>
                    <a:lnTo>
                      <a:pt x="2036505" y="351"/>
                    </a:lnTo>
                    <a:lnTo>
                      <a:pt x="1198756" y="904618"/>
                    </a:lnTo>
                    <a:lnTo>
                      <a:pt x="1198756" y="1654214"/>
                    </a:lnTo>
                    <a:lnTo>
                      <a:pt x="839185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7547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39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ea typeface="黑体" panose="02010609060101010101" pitchFamily="49" charset="-122"/>
                  <a:cs typeface="+mn-cs"/>
                  <a:sym typeface="Canela Text Regular"/>
                </a:endParaRPr>
              </a:p>
            </p:txBody>
          </p:sp>
          <p:sp>
            <p:nvSpPr>
              <p:cNvPr id="14" name="任意形状 13"/>
              <p:cNvSpPr/>
              <p:nvPr/>
            </p:nvSpPr>
            <p:spPr>
              <a:xfrm>
                <a:off x="11771482" y="6017677"/>
                <a:ext cx="2083119" cy="1653862"/>
              </a:xfrm>
              <a:custGeom>
                <a:avLst/>
                <a:gdLst>
                  <a:gd name="connsiteX0" fmla="*/ 1516 w 2083119"/>
                  <a:gd name="connsiteY0" fmla="*/ 1654214 h 1653862"/>
                  <a:gd name="connsiteX1" fmla="*/ 1516 w 2083119"/>
                  <a:gd name="connsiteY1" fmla="*/ 351 h 1653862"/>
                  <a:gd name="connsiteX2" fmla="*/ 288745 w 2083119"/>
                  <a:gd name="connsiteY2" fmla="*/ 351 h 1653862"/>
                  <a:gd name="connsiteX3" fmla="*/ 1055044 w 2083119"/>
                  <a:gd name="connsiteY3" fmla="*/ 982310 h 1653862"/>
                  <a:gd name="connsiteX4" fmla="*/ 1797407 w 2083119"/>
                  <a:gd name="connsiteY4" fmla="*/ 351 h 1653862"/>
                  <a:gd name="connsiteX5" fmla="*/ 2084636 w 2083119"/>
                  <a:gd name="connsiteY5" fmla="*/ 351 h 1653862"/>
                  <a:gd name="connsiteX6" fmla="*/ 2084636 w 2083119"/>
                  <a:gd name="connsiteY6" fmla="*/ 1654214 h 1653862"/>
                  <a:gd name="connsiteX7" fmla="*/ 1749536 w 2083119"/>
                  <a:gd name="connsiteY7" fmla="*/ 1654214 h 1653862"/>
                  <a:gd name="connsiteX8" fmla="*/ 1749536 w 2083119"/>
                  <a:gd name="connsiteY8" fmla="*/ 517407 h 1653862"/>
                  <a:gd name="connsiteX9" fmla="*/ 1055044 w 2083119"/>
                  <a:gd name="connsiteY9" fmla="*/ 1447213 h 1653862"/>
                  <a:gd name="connsiteX10" fmla="*/ 983237 w 2083119"/>
                  <a:gd name="connsiteY10" fmla="*/ 1447213 h 1653862"/>
                  <a:gd name="connsiteX11" fmla="*/ 288745 w 2083119"/>
                  <a:gd name="connsiteY11" fmla="*/ 542768 h 1653862"/>
                  <a:gd name="connsiteX12" fmla="*/ 288745 w 2083119"/>
                  <a:gd name="connsiteY12" fmla="*/ 1654214 h 1653862"/>
                  <a:gd name="connsiteX13" fmla="*/ 1516 w 2083119"/>
                  <a:gd name="connsiteY13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3119" h="1653862">
                    <a:moveTo>
                      <a:pt x="1516" y="1654214"/>
                    </a:moveTo>
                    <a:lnTo>
                      <a:pt x="1516" y="351"/>
                    </a:lnTo>
                    <a:lnTo>
                      <a:pt x="288745" y="351"/>
                    </a:lnTo>
                    <a:lnTo>
                      <a:pt x="1055044" y="982310"/>
                    </a:lnTo>
                    <a:lnTo>
                      <a:pt x="1797407" y="351"/>
                    </a:lnTo>
                    <a:lnTo>
                      <a:pt x="2084636" y="351"/>
                    </a:lnTo>
                    <a:lnTo>
                      <a:pt x="2084636" y="1654214"/>
                    </a:lnTo>
                    <a:lnTo>
                      <a:pt x="1749536" y="1654214"/>
                    </a:lnTo>
                    <a:lnTo>
                      <a:pt x="1749536" y="517407"/>
                    </a:lnTo>
                    <a:lnTo>
                      <a:pt x="1055044" y="1447213"/>
                    </a:lnTo>
                    <a:lnTo>
                      <a:pt x="983237" y="1447213"/>
                    </a:lnTo>
                    <a:lnTo>
                      <a:pt x="288745" y="542768"/>
                    </a:lnTo>
                    <a:lnTo>
                      <a:pt x="288745" y="1654214"/>
                    </a:lnTo>
                    <a:lnTo>
                      <a:pt x="1516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7547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39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ea typeface="黑体" panose="02010609060101010101" pitchFamily="49" charset="-122"/>
                  <a:cs typeface="+mn-cs"/>
                  <a:sym typeface="Canela Text Regular"/>
                </a:endParaRPr>
              </a:p>
            </p:txBody>
          </p:sp>
          <p:sp>
            <p:nvSpPr>
              <p:cNvPr id="15" name="任意形状 14"/>
              <p:cNvSpPr/>
              <p:nvPr/>
            </p:nvSpPr>
            <p:spPr>
              <a:xfrm>
                <a:off x="16491452" y="6017677"/>
                <a:ext cx="1915748" cy="1653862"/>
              </a:xfrm>
              <a:custGeom>
                <a:avLst/>
                <a:gdLst>
                  <a:gd name="connsiteX0" fmla="*/ 2068 w 1915748"/>
                  <a:gd name="connsiteY0" fmla="*/ 1654214 h 1653862"/>
                  <a:gd name="connsiteX1" fmla="*/ 2068 w 1915748"/>
                  <a:gd name="connsiteY1" fmla="*/ 351 h 1653862"/>
                  <a:gd name="connsiteX2" fmla="*/ 385217 w 1915748"/>
                  <a:gd name="connsiteY2" fmla="*/ 351 h 1653862"/>
                  <a:gd name="connsiteX3" fmla="*/ 385217 w 1915748"/>
                  <a:gd name="connsiteY3" fmla="*/ 646358 h 1653862"/>
                  <a:gd name="connsiteX4" fmla="*/ 1558423 w 1915748"/>
                  <a:gd name="connsiteY4" fmla="*/ 646358 h 1653862"/>
                  <a:gd name="connsiteX5" fmla="*/ 1558423 w 1915748"/>
                  <a:gd name="connsiteY5" fmla="*/ 351 h 1653862"/>
                  <a:gd name="connsiteX6" fmla="*/ 1917816 w 1915748"/>
                  <a:gd name="connsiteY6" fmla="*/ 351 h 1653862"/>
                  <a:gd name="connsiteX7" fmla="*/ 1917816 w 1915748"/>
                  <a:gd name="connsiteY7" fmla="*/ 1654214 h 1653862"/>
                  <a:gd name="connsiteX8" fmla="*/ 1558423 w 1915748"/>
                  <a:gd name="connsiteY8" fmla="*/ 1654214 h 1653862"/>
                  <a:gd name="connsiteX9" fmla="*/ 1558423 w 1915748"/>
                  <a:gd name="connsiteY9" fmla="*/ 956413 h 1653862"/>
                  <a:gd name="connsiteX10" fmla="*/ 385217 w 1915748"/>
                  <a:gd name="connsiteY10" fmla="*/ 956413 h 1653862"/>
                  <a:gd name="connsiteX11" fmla="*/ 385217 w 1915748"/>
                  <a:gd name="connsiteY11" fmla="*/ 1654214 h 1653862"/>
                  <a:gd name="connsiteX12" fmla="*/ 2068 w 1915748"/>
                  <a:gd name="connsiteY12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15748" h="1653862">
                    <a:moveTo>
                      <a:pt x="2068" y="1654214"/>
                    </a:moveTo>
                    <a:lnTo>
                      <a:pt x="2068" y="351"/>
                    </a:lnTo>
                    <a:lnTo>
                      <a:pt x="385217" y="351"/>
                    </a:lnTo>
                    <a:lnTo>
                      <a:pt x="385217" y="646358"/>
                    </a:lnTo>
                    <a:lnTo>
                      <a:pt x="1558423" y="646358"/>
                    </a:lnTo>
                    <a:lnTo>
                      <a:pt x="1558423" y="351"/>
                    </a:lnTo>
                    <a:lnTo>
                      <a:pt x="1917816" y="351"/>
                    </a:lnTo>
                    <a:lnTo>
                      <a:pt x="1917816" y="1654214"/>
                    </a:lnTo>
                    <a:lnTo>
                      <a:pt x="1558423" y="1654214"/>
                    </a:lnTo>
                    <a:lnTo>
                      <a:pt x="1558423" y="956413"/>
                    </a:lnTo>
                    <a:lnTo>
                      <a:pt x="385217" y="956413"/>
                    </a:lnTo>
                    <a:lnTo>
                      <a:pt x="385217" y="1654214"/>
                    </a:lnTo>
                    <a:lnTo>
                      <a:pt x="2068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7547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39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ea typeface="黑体" panose="02010609060101010101" pitchFamily="49" charset="-122"/>
                  <a:cs typeface="+mn-cs"/>
                  <a:sym typeface="Canela Text Regular"/>
                </a:endParaRPr>
              </a:p>
            </p:txBody>
          </p:sp>
          <p:sp>
            <p:nvSpPr>
              <p:cNvPr id="16" name="任意形状 15"/>
              <p:cNvSpPr/>
              <p:nvPr/>
            </p:nvSpPr>
            <p:spPr>
              <a:xfrm>
                <a:off x="18909312" y="6017677"/>
                <a:ext cx="1651919" cy="1653862"/>
              </a:xfrm>
              <a:custGeom>
                <a:avLst/>
                <a:gdLst>
                  <a:gd name="connsiteX0" fmla="*/ 2340 w 1651919"/>
                  <a:gd name="connsiteY0" fmla="*/ 1654214 h 1653862"/>
                  <a:gd name="connsiteX1" fmla="*/ 2340 w 1651919"/>
                  <a:gd name="connsiteY1" fmla="*/ 351 h 1653862"/>
                  <a:gd name="connsiteX2" fmla="*/ 1630324 w 1651919"/>
                  <a:gd name="connsiteY2" fmla="*/ 351 h 1653862"/>
                  <a:gd name="connsiteX3" fmla="*/ 1630324 w 1651919"/>
                  <a:gd name="connsiteY3" fmla="*/ 310585 h 1653862"/>
                  <a:gd name="connsiteX4" fmla="*/ 385132 w 1651919"/>
                  <a:gd name="connsiteY4" fmla="*/ 310585 h 1653862"/>
                  <a:gd name="connsiteX5" fmla="*/ 385132 w 1651919"/>
                  <a:gd name="connsiteY5" fmla="*/ 672434 h 1653862"/>
                  <a:gd name="connsiteX6" fmla="*/ 1103918 w 1651919"/>
                  <a:gd name="connsiteY6" fmla="*/ 672434 h 1653862"/>
                  <a:gd name="connsiteX7" fmla="*/ 1103918 w 1651919"/>
                  <a:gd name="connsiteY7" fmla="*/ 956413 h 1653862"/>
                  <a:gd name="connsiteX8" fmla="*/ 385132 w 1651919"/>
                  <a:gd name="connsiteY8" fmla="*/ 956413 h 1653862"/>
                  <a:gd name="connsiteX9" fmla="*/ 385132 w 1651919"/>
                  <a:gd name="connsiteY9" fmla="*/ 1343981 h 1653862"/>
                  <a:gd name="connsiteX10" fmla="*/ 1654260 w 1651919"/>
                  <a:gd name="connsiteY10" fmla="*/ 1343981 h 1653862"/>
                  <a:gd name="connsiteX11" fmla="*/ 1654260 w 1651919"/>
                  <a:gd name="connsiteY11" fmla="*/ 1654214 h 1653862"/>
                  <a:gd name="connsiteX12" fmla="*/ 2340 w 1651919"/>
                  <a:gd name="connsiteY12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51919" h="1653862">
                    <a:moveTo>
                      <a:pt x="2340" y="1654214"/>
                    </a:moveTo>
                    <a:lnTo>
                      <a:pt x="2340" y="351"/>
                    </a:lnTo>
                    <a:lnTo>
                      <a:pt x="1630324" y="351"/>
                    </a:lnTo>
                    <a:lnTo>
                      <a:pt x="1630324" y="310585"/>
                    </a:lnTo>
                    <a:lnTo>
                      <a:pt x="385132" y="310585"/>
                    </a:lnTo>
                    <a:lnTo>
                      <a:pt x="385132" y="672434"/>
                    </a:lnTo>
                    <a:lnTo>
                      <a:pt x="1103918" y="672434"/>
                    </a:lnTo>
                    <a:lnTo>
                      <a:pt x="1103918" y="956413"/>
                    </a:lnTo>
                    <a:lnTo>
                      <a:pt x="385132" y="956413"/>
                    </a:lnTo>
                    <a:lnTo>
                      <a:pt x="385132" y="1343981"/>
                    </a:lnTo>
                    <a:lnTo>
                      <a:pt x="1654260" y="1343981"/>
                    </a:lnTo>
                    <a:lnTo>
                      <a:pt x="1654260" y="1654214"/>
                    </a:lnTo>
                    <a:lnTo>
                      <a:pt x="2340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7547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39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ea typeface="黑体" panose="02010609060101010101" pitchFamily="49" charset="-122"/>
                  <a:cs typeface="+mn-cs"/>
                  <a:sym typeface="Canela Text Regular"/>
                </a:endParaRPr>
              </a:p>
            </p:txBody>
          </p:sp>
          <p:sp>
            <p:nvSpPr>
              <p:cNvPr id="17" name="任意形状 16"/>
              <p:cNvSpPr/>
              <p:nvPr/>
            </p:nvSpPr>
            <p:spPr>
              <a:xfrm>
                <a:off x="20919908" y="6017677"/>
                <a:ext cx="2083119" cy="1653862"/>
              </a:xfrm>
              <a:custGeom>
                <a:avLst/>
                <a:gdLst>
                  <a:gd name="connsiteX0" fmla="*/ 2603 w 2083119"/>
                  <a:gd name="connsiteY0" fmla="*/ 1654214 h 1653862"/>
                  <a:gd name="connsiteX1" fmla="*/ 2603 w 2083119"/>
                  <a:gd name="connsiteY1" fmla="*/ 351 h 1653862"/>
                  <a:gd name="connsiteX2" fmla="*/ 289832 w 2083119"/>
                  <a:gd name="connsiteY2" fmla="*/ 351 h 1653862"/>
                  <a:gd name="connsiteX3" fmla="*/ 1032374 w 2083119"/>
                  <a:gd name="connsiteY3" fmla="*/ 982310 h 1653862"/>
                  <a:gd name="connsiteX4" fmla="*/ 1774380 w 2083119"/>
                  <a:gd name="connsiteY4" fmla="*/ 351 h 1653862"/>
                  <a:gd name="connsiteX5" fmla="*/ 2085722 w 2083119"/>
                  <a:gd name="connsiteY5" fmla="*/ 351 h 1653862"/>
                  <a:gd name="connsiteX6" fmla="*/ 2085722 w 2083119"/>
                  <a:gd name="connsiteY6" fmla="*/ 1654214 h 1653862"/>
                  <a:gd name="connsiteX7" fmla="*/ 1750266 w 2083119"/>
                  <a:gd name="connsiteY7" fmla="*/ 1654214 h 1653862"/>
                  <a:gd name="connsiteX8" fmla="*/ 1750266 w 2083119"/>
                  <a:gd name="connsiteY8" fmla="*/ 517407 h 1653862"/>
                  <a:gd name="connsiteX9" fmla="*/ 1055952 w 2083119"/>
                  <a:gd name="connsiteY9" fmla="*/ 1447213 h 1653862"/>
                  <a:gd name="connsiteX10" fmla="*/ 984502 w 2083119"/>
                  <a:gd name="connsiteY10" fmla="*/ 1447213 h 1653862"/>
                  <a:gd name="connsiteX11" fmla="*/ 289832 w 2083119"/>
                  <a:gd name="connsiteY11" fmla="*/ 542768 h 1653862"/>
                  <a:gd name="connsiteX12" fmla="*/ 289832 w 2083119"/>
                  <a:gd name="connsiteY12" fmla="*/ 1654214 h 1653862"/>
                  <a:gd name="connsiteX13" fmla="*/ 2603 w 2083119"/>
                  <a:gd name="connsiteY13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3119" h="1653862">
                    <a:moveTo>
                      <a:pt x="2603" y="1654214"/>
                    </a:moveTo>
                    <a:lnTo>
                      <a:pt x="2603" y="351"/>
                    </a:lnTo>
                    <a:lnTo>
                      <a:pt x="289832" y="351"/>
                    </a:lnTo>
                    <a:lnTo>
                      <a:pt x="1032374" y="982310"/>
                    </a:lnTo>
                    <a:lnTo>
                      <a:pt x="1774380" y="351"/>
                    </a:lnTo>
                    <a:lnTo>
                      <a:pt x="2085722" y="351"/>
                    </a:lnTo>
                    <a:lnTo>
                      <a:pt x="2085722" y="1654214"/>
                    </a:lnTo>
                    <a:lnTo>
                      <a:pt x="1750266" y="1654214"/>
                    </a:lnTo>
                    <a:lnTo>
                      <a:pt x="1750266" y="517407"/>
                    </a:lnTo>
                    <a:lnTo>
                      <a:pt x="1055952" y="1447213"/>
                    </a:lnTo>
                    <a:lnTo>
                      <a:pt x="984502" y="1447213"/>
                    </a:lnTo>
                    <a:lnTo>
                      <a:pt x="289832" y="542768"/>
                    </a:lnTo>
                    <a:lnTo>
                      <a:pt x="289832" y="1654214"/>
                    </a:lnTo>
                    <a:lnTo>
                      <a:pt x="2603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7547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39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ea typeface="黑体" panose="02010609060101010101" pitchFamily="49" charset="-122"/>
                  <a:cs typeface="+mn-cs"/>
                  <a:sym typeface="Canela Text Regular"/>
                </a:endParaRPr>
              </a:p>
            </p:txBody>
          </p:sp>
          <p:sp>
            <p:nvSpPr>
              <p:cNvPr id="18" name="任意形状 17"/>
              <p:cNvSpPr/>
              <p:nvPr/>
            </p:nvSpPr>
            <p:spPr>
              <a:xfrm>
                <a:off x="14332597" y="6017791"/>
                <a:ext cx="1764274" cy="1653684"/>
              </a:xfrm>
              <a:custGeom>
                <a:avLst/>
                <a:gdLst>
                  <a:gd name="connsiteX0" fmla="*/ 1380434 w 1764274"/>
                  <a:gd name="connsiteY0" fmla="*/ 1343983 h 1653684"/>
                  <a:gd name="connsiteX1" fmla="*/ 368348 w 1764274"/>
                  <a:gd name="connsiteY1" fmla="*/ 1343983 h 1653684"/>
                  <a:gd name="connsiteX2" fmla="*/ 368348 w 1764274"/>
                  <a:gd name="connsiteY2" fmla="*/ 310408 h 1653684"/>
                  <a:gd name="connsiteX3" fmla="*/ 1380434 w 1764274"/>
                  <a:gd name="connsiteY3" fmla="*/ 310408 h 1653684"/>
                  <a:gd name="connsiteX4" fmla="*/ 1380434 w 1764274"/>
                  <a:gd name="connsiteY4" fmla="*/ 616533 h 1653684"/>
                  <a:gd name="connsiteX5" fmla="*/ 1766085 w 1764274"/>
                  <a:gd name="connsiteY5" fmla="*/ 537055 h 1653684"/>
                  <a:gd name="connsiteX6" fmla="*/ 1733932 w 1764274"/>
                  <a:gd name="connsiteY6" fmla="*/ 206997 h 1653684"/>
                  <a:gd name="connsiteX7" fmla="*/ 1297017 w 1764274"/>
                  <a:gd name="connsiteY7" fmla="*/ 353 h 1653684"/>
                  <a:gd name="connsiteX8" fmla="*/ 285466 w 1764274"/>
                  <a:gd name="connsiteY8" fmla="*/ 353 h 1653684"/>
                  <a:gd name="connsiteX9" fmla="*/ 1810 w 1764274"/>
                  <a:gd name="connsiteY9" fmla="*/ 310050 h 1653684"/>
                  <a:gd name="connsiteX10" fmla="*/ 1810 w 1764274"/>
                  <a:gd name="connsiteY10" fmla="*/ 1344340 h 1653684"/>
                  <a:gd name="connsiteX11" fmla="*/ 285466 w 1764274"/>
                  <a:gd name="connsiteY11" fmla="*/ 1654037 h 1653684"/>
                  <a:gd name="connsiteX12" fmla="*/ 1297017 w 1764274"/>
                  <a:gd name="connsiteY12" fmla="*/ 1654037 h 1653684"/>
                  <a:gd name="connsiteX13" fmla="*/ 1733932 w 1764274"/>
                  <a:gd name="connsiteY13" fmla="*/ 1447394 h 1653684"/>
                  <a:gd name="connsiteX14" fmla="*/ 1766085 w 1764274"/>
                  <a:gd name="connsiteY14" fmla="*/ 1061611 h 1653684"/>
                  <a:gd name="connsiteX15" fmla="*/ 1380434 w 1764274"/>
                  <a:gd name="connsiteY15" fmla="*/ 982312 h 1653684"/>
                  <a:gd name="connsiteX16" fmla="*/ 1380434 w 1764274"/>
                  <a:gd name="connsiteY16" fmla="*/ 1343983 h 16536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64274" h="1653684">
                    <a:moveTo>
                      <a:pt x="1380434" y="1343983"/>
                    </a:moveTo>
                    <a:lnTo>
                      <a:pt x="368348" y="1343983"/>
                    </a:lnTo>
                    <a:lnTo>
                      <a:pt x="368348" y="310408"/>
                    </a:lnTo>
                    <a:lnTo>
                      <a:pt x="1380434" y="310408"/>
                    </a:lnTo>
                    <a:lnTo>
                      <a:pt x="1380434" y="616533"/>
                    </a:lnTo>
                    <a:lnTo>
                      <a:pt x="1766085" y="537055"/>
                    </a:lnTo>
                    <a:lnTo>
                      <a:pt x="1733932" y="206997"/>
                    </a:lnTo>
                    <a:cubicBezTo>
                      <a:pt x="1733932" y="206997"/>
                      <a:pt x="1723751" y="353"/>
                      <a:pt x="1297017" y="353"/>
                    </a:cubicBezTo>
                    <a:lnTo>
                      <a:pt x="285466" y="353"/>
                    </a:lnTo>
                    <a:cubicBezTo>
                      <a:pt x="285466" y="353"/>
                      <a:pt x="1810" y="22321"/>
                      <a:pt x="1810" y="310050"/>
                    </a:cubicBezTo>
                    <a:lnTo>
                      <a:pt x="1810" y="1344340"/>
                    </a:lnTo>
                    <a:cubicBezTo>
                      <a:pt x="1810" y="1632248"/>
                      <a:pt x="285466" y="1654037"/>
                      <a:pt x="285466" y="1654037"/>
                    </a:cubicBezTo>
                    <a:lnTo>
                      <a:pt x="1297017" y="1654037"/>
                    </a:lnTo>
                    <a:cubicBezTo>
                      <a:pt x="1723751" y="1654037"/>
                      <a:pt x="1733932" y="1447394"/>
                      <a:pt x="1733932" y="1447394"/>
                    </a:cubicBezTo>
                    <a:lnTo>
                      <a:pt x="1766085" y="1061611"/>
                    </a:lnTo>
                    <a:lnTo>
                      <a:pt x="1380434" y="982312"/>
                    </a:lnTo>
                    <a:lnTo>
                      <a:pt x="1380434" y="1343983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7547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39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ea typeface="黑体" panose="02010609060101010101" pitchFamily="49" charset="-122"/>
                  <a:cs typeface="+mn-cs"/>
                  <a:sym typeface="Canela Text Regular"/>
                </a:endParaRPr>
              </a:p>
            </p:txBody>
          </p:sp>
          <p:sp>
            <p:nvSpPr>
              <p:cNvPr id="19" name="任意形状 18"/>
              <p:cNvSpPr/>
              <p:nvPr/>
            </p:nvSpPr>
            <p:spPr>
              <a:xfrm>
                <a:off x="7575058" y="6017783"/>
                <a:ext cx="1763618" cy="1647790"/>
              </a:xfrm>
              <a:custGeom>
                <a:avLst/>
                <a:gdLst>
                  <a:gd name="connsiteX0" fmla="*/ 1445187 w 1763618"/>
                  <a:gd name="connsiteY0" fmla="*/ 644577 h 1647790"/>
                  <a:gd name="connsiteX1" fmla="*/ 1445187 w 1763618"/>
                  <a:gd name="connsiteY1" fmla="*/ 644399 h 1647790"/>
                  <a:gd name="connsiteX2" fmla="*/ 391481 w 1763618"/>
                  <a:gd name="connsiteY2" fmla="*/ 644220 h 1647790"/>
                  <a:gd name="connsiteX3" fmla="*/ 391481 w 1763618"/>
                  <a:gd name="connsiteY3" fmla="*/ 310411 h 1647790"/>
                  <a:gd name="connsiteX4" fmla="*/ 1445187 w 1763618"/>
                  <a:gd name="connsiteY4" fmla="*/ 310411 h 1647790"/>
                  <a:gd name="connsiteX5" fmla="*/ 1445187 w 1763618"/>
                  <a:gd name="connsiteY5" fmla="*/ 491515 h 1647790"/>
                  <a:gd name="connsiteX6" fmla="*/ 1764568 w 1763618"/>
                  <a:gd name="connsiteY6" fmla="*/ 411858 h 1647790"/>
                  <a:gd name="connsiteX7" fmla="*/ 1732415 w 1763618"/>
                  <a:gd name="connsiteY7" fmla="*/ 207000 h 1647790"/>
                  <a:gd name="connsiteX8" fmla="*/ 1361770 w 1763618"/>
                  <a:gd name="connsiteY8" fmla="*/ 357 h 1647790"/>
                  <a:gd name="connsiteX9" fmla="*/ 350219 w 1763618"/>
                  <a:gd name="connsiteY9" fmla="*/ 357 h 1647790"/>
                  <a:gd name="connsiteX10" fmla="*/ 66384 w 1763618"/>
                  <a:gd name="connsiteY10" fmla="*/ 310054 h 1647790"/>
                  <a:gd name="connsiteX11" fmla="*/ 66384 w 1763618"/>
                  <a:gd name="connsiteY11" fmla="*/ 718519 h 1647790"/>
                  <a:gd name="connsiteX12" fmla="*/ 385944 w 1763618"/>
                  <a:gd name="connsiteY12" fmla="*/ 981958 h 1647790"/>
                  <a:gd name="connsiteX13" fmla="*/ 385944 w 1763618"/>
                  <a:gd name="connsiteY13" fmla="*/ 982315 h 1647790"/>
                  <a:gd name="connsiteX14" fmla="*/ 1439650 w 1763618"/>
                  <a:gd name="connsiteY14" fmla="*/ 982315 h 1647790"/>
                  <a:gd name="connsiteX15" fmla="*/ 1439650 w 1763618"/>
                  <a:gd name="connsiteY15" fmla="*/ 1337914 h 1647790"/>
                  <a:gd name="connsiteX16" fmla="*/ 320389 w 1763618"/>
                  <a:gd name="connsiteY16" fmla="*/ 1337914 h 1647790"/>
                  <a:gd name="connsiteX17" fmla="*/ 320389 w 1763618"/>
                  <a:gd name="connsiteY17" fmla="*/ 1157168 h 1647790"/>
                  <a:gd name="connsiteX18" fmla="*/ 1008 w 1763618"/>
                  <a:gd name="connsiteY18" fmla="*/ 1236289 h 1647790"/>
                  <a:gd name="connsiteX19" fmla="*/ 33160 w 1763618"/>
                  <a:gd name="connsiteY19" fmla="*/ 1441503 h 1647790"/>
                  <a:gd name="connsiteX20" fmla="*/ 403985 w 1763618"/>
                  <a:gd name="connsiteY20" fmla="*/ 1648147 h 1647790"/>
                  <a:gd name="connsiteX21" fmla="*/ 1480912 w 1763618"/>
                  <a:gd name="connsiteY21" fmla="*/ 1648147 h 1647790"/>
                  <a:gd name="connsiteX22" fmla="*/ 1764568 w 1763618"/>
                  <a:gd name="connsiteY22" fmla="*/ 1338271 h 1647790"/>
                  <a:gd name="connsiteX23" fmla="*/ 1764568 w 1763618"/>
                  <a:gd name="connsiteY23" fmla="*/ 908016 h 1647790"/>
                  <a:gd name="connsiteX24" fmla="*/ 1445187 w 1763618"/>
                  <a:gd name="connsiteY24" fmla="*/ 644577 h 16477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63618" h="1647790">
                    <a:moveTo>
                      <a:pt x="1445187" y="644577"/>
                    </a:moveTo>
                    <a:lnTo>
                      <a:pt x="1445187" y="644399"/>
                    </a:lnTo>
                    <a:lnTo>
                      <a:pt x="391481" y="644220"/>
                    </a:lnTo>
                    <a:lnTo>
                      <a:pt x="391481" y="310411"/>
                    </a:lnTo>
                    <a:lnTo>
                      <a:pt x="1445187" y="310411"/>
                    </a:lnTo>
                    <a:lnTo>
                      <a:pt x="1445187" y="491515"/>
                    </a:lnTo>
                    <a:lnTo>
                      <a:pt x="1764568" y="411858"/>
                    </a:lnTo>
                    <a:lnTo>
                      <a:pt x="1732415" y="207000"/>
                    </a:lnTo>
                    <a:cubicBezTo>
                      <a:pt x="1732415" y="207000"/>
                      <a:pt x="1700084" y="357"/>
                      <a:pt x="1361770" y="357"/>
                    </a:cubicBezTo>
                    <a:lnTo>
                      <a:pt x="350219" y="357"/>
                    </a:lnTo>
                    <a:cubicBezTo>
                      <a:pt x="350219" y="357"/>
                      <a:pt x="66384" y="22325"/>
                      <a:pt x="66384" y="310054"/>
                    </a:cubicBezTo>
                    <a:lnTo>
                      <a:pt x="66384" y="718519"/>
                    </a:lnTo>
                    <a:cubicBezTo>
                      <a:pt x="66384" y="718519"/>
                      <a:pt x="54417" y="977314"/>
                      <a:pt x="385944" y="981958"/>
                    </a:cubicBezTo>
                    <a:lnTo>
                      <a:pt x="385944" y="982315"/>
                    </a:lnTo>
                    <a:lnTo>
                      <a:pt x="1439650" y="982315"/>
                    </a:lnTo>
                    <a:lnTo>
                      <a:pt x="1439650" y="1337914"/>
                    </a:lnTo>
                    <a:lnTo>
                      <a:pt x="320389" y="1337914"/>
                    </a:lnTo>
                    <a:lnTo>
                      <a:pt x="320389" y="1157168"/>
                    </a:lnTo>
                    <a:lnTo>
                      <a:pt x="1008" y="1236289"/>
                    </a:lnTo>
                    <a:lnTo>
                      <a:pt x="33160" y="1441503"/>
                    </a:lnTo>
                    <a:cubicBezTo>
                      <a:pt x="33160" y="1441503"/>
                      <a:pt x="65134" y="1648147"/>
                      <a:pt x="403985" y="1648147"/>
                    </a:cubicBezTo>
                    <a:lnTo>
                      <a:pt x="1480912" y="1648147"/>
                    </a:lnTo>
                    <a:cubicBezTo>
                      <a:pt x="1480912" y="1648147"/>
                      <a:pt x="1764568" y="1626179"/>
                      <a:pt x="1764568" y="1338271"/>
                    </a:cubicBezTo>
                    <a:lnTo>
                      <a:pt x="1764568" y="908016"/>
                    </a:lnTo>
                    <a:cubicBezTo>
                      <a:pt x="1764568" y="908016"/>
                      <a:pt x="1776893" y="649221"/>
                      <a:pt x="1445187" y="644577"/>
                    </a:cubicBezTo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7547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39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ea typeface="黑体" panose="02010609060101010101" pitchFamily="49" charset="-122"/>
                  <a:cs typeface="+mn-cs"/>
                  <a:sym typeface="Canela Text Regular"/>
                </a:endParaRPr>
              </a:p>
            </p:txBody>
          </p:sp>
        </p:grpSp>
      </p:grpSp>
      <p:sp>
        <p:nvSpPr>
          <p:cNvPr id="6" name="Rechteck"/>
          <p:cNvSpPr/>
          <p:nvPr userDrawn="1"/>
        </p:nvSpPr>
        <p:spPr>
          <a:xfrm rot="5400000">
            <a:off x="4464001" y="463500"/>
            <a:ext cx="216000" cy="9144000"/>
          </a:xfrm>
          <a:prstGeom prst="rect">
            <a:avLst/>
          </a:prstGeom>
          <a:solidFill>
            <a:srgbClr val="151046"/>
          </a:solidFill>
          <a:ln w="12700">
            <a:miter lim="400000"/>
          </a:ln>
        </p:spPr>
        <p:txBody>
          <a:bodyPr lIns="45705" rIns="45705" anchor="ctr"/>
          <a:lstStyle/>
          <a:p>
            <a:pPr marL="0" marR="0" lvl="0" indent="0" algn="l" defTabSz="91408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kumimoji="0" sz="1799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灯片编号占位符 2">
            <a:extLst>
              <a:ext uri="{FF2B5EF4-FFF2-40B4-BE49-F238E27FC236}">
                <a16:creationId xmlns:a16="http://schemas.microsoft.com/office/drawing/2014/main" id="{B3EFF855-5039-5DCB-7E01-E01F169118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85167" y="4974908"/>
            <a:ext cx="549354" cy="121187"/>
          </a:xfrm>
        </p:spPr>
        <p:txBody>
          <a:bodyPr wrap="square">
            <a:noAutofit/>
          </a:bodyPr>
          <a:lstStyle>
            <a:lvl1pPr algn="l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577">
              <a:defRPr/>
            </a:pPr>
            <a:r>
              <a:rPr lang="en-US" altLang="zh-CN" smtClean="0">
                <a:solidFill>
                  <a:srgbClr val="FFFFFF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srgbClr val="FFFFFF"/>
                </a:solidFill>
              </a:rPr>
              <a:pPr defTabSz="685577">
                <a:defRPr/>
              </a:pPr>
              <a:t>‹#›</a:t>
            </a:fld>
            <a:r>
              <a:rPr lang="en-US" altLang="zh-CN" smtClean="0">
                <a:solidFill>
                  <a:srgbClr val="FFFFFF"/>
                </a:solidFill>
              </a:rPr>
              <a:t>-</a:t>
            </a: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250E3168-684C-3CC7-E815-825F6CD01A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7013" y="2674628"/>
            <a:ext cx="3501515" cy="412425"/>
          </a:xfrm>
        </p:spPr>
        <p:txBody>
          <a:bodyPr>
            <a:normAutofit/>
          </a:bodyPr>
          <a:lstStyle>
            <a:lvl1pPr algn="l">
              <a:defRPr sz="1799" b="1">
                <a:solidFill>
                  <a:srgbClr val="01366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Title</a:t>
            </a:r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C23E1EE-1683-B7A6-16C8-311C886DA4B7}"/>
              </a:ext>
            </a:extLst>
          </p:cNvPr>
          <p:cNvSpPr/>
          <p:nvPr userDrawn="1"/>
        </p:nvSpPr>
        <p:spPr>
          <a:xfrm>
            <a:off x="-1005084" y="264521"/>
            <a:ext cx="1005084" cy="318628"/>
          </a:xfrm>
          <a:prstGeom prst="rect">
            <a:avLst/>
          </a:prstGeom>
          <a:solidFill>
            <a:srgbClr val="0136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5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34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9FB7DEC-F6BE-14B5-A280-1AE43EF2D053}"/>
              </a:ext>
            </a:extLst>
          </p:cNvPr>
          <p:cNvSpPr/>
          <p:nvPr userDrawn="1"/>
        </p:nvSpPr>
        <p:spPr>
          <a:xfrm>
            <a:off x="-1005084" y="687584"/>
            <a:ext cx="1005084" cy="318628"/>
          </a:xfrm>
          <a:prstGeom prst="rect">
            <a:avLst/>
          </a:prstGeom>
          <a:solidFill>
            <a:srgbClr val="265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5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34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BD5E678-BAB6-A9A5-2C7F-B842BD2F37C7}"/>
              </a:ext>
            </a:extLst>
          </p:cNvPr>
          <p:cNvSpPr/>
          <p:nvPr userDrawn="1"/>
        </p:nvSpPr>
        <p:spPr>
          <a:xfrm>
            <a:off x="-1005084" y="1100923"/>
            <a:ext cx="1005084" cy="318628"/>
          </a:xfrm>
          <a:prstGeom prst="rect">
            <a:avLst/>
          </a:prstGeom>
          <a:solidFill>
            <a:srgbClr val="2E5A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5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34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B8FD1AB-A3B1-7480-8D8F-7C937B00F03A}"/>
              </a:ext>
            </a:extLst>
          </p:cNvPr>
          <p:cNvSpPr/>
          <p:nvPr userDrawn="1"/>
        </p:nvSpPr>
        <p:spPr>
          <a:xfrm>
            <a:off x="-1005084" y="1918871"/>
            <a:ext cx="1005084" cy="318628"/>
          </a:xfrm>
          <a:prstGeom prst="rect">
            <a:avLst/>
          </a:prstGeom>
          <a:solidFill>
            <a:srgbClr val="4AD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5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34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7ECBFB2-7CB1-42A0-7DC0-0377838EB2BB}"/>
              </a:ext>
            </a:extLst>
          </p:cNvPr>
          <p:cNvSpPr/>
          <p:nvPr userDrawn="1"/>
        </p:nvSpPr>
        <p:spPr>
          <a:xfrm>
            <a:off x="-1005084" y="1514263"/>
            <a:ext cx="1005084" cy="318628"/>
          </a:xfrm>
          <a:prstGeom prst="rect">
            <a:avLst/>
          </a:prstGeom>
          <a:solidFill>
            <a:srgbClr val="05AE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5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34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440700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3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906436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913910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815047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6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832154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61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4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59651155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2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47530567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87381760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5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242499810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9" y="4947090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4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62827565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82618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91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4" y="4932662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1003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70661908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052154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E0DB2B2-D25E-444C-86B2-143D203378C0}"/>
              </a:ext>
            </a:extLst>
          </p:cNvPr>
          <p:cNvSpPr txBox="1"/>
          <p:nvPr userDrawn="1"/>
        </p:nvSpPr>
        <p:spPr>
          <a:xfrm>
            <a:off x="7440784" y="4932662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F8E8141-DF10-B443-A432-4FFAD2FB8D1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9474" y="4466952"/>
            <a:ext cx="25726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700">
                <a:solidFill>
                  <a:srgbClr val="2F5A9E"/>
                </a:solidFill>
                <a:ea typeface="宋体" pitchFamily="2" charset="-122"/>
              </a:rPr>
              <a:t>Contents</a:t>
            </a:r>
          </a:p>
        </p:txBody>
      </p:sp>
      <p:pic>
        <p:nvPicPr>
          <p:cNvPr id="6" name="图片 1" descr="2">
            <a:extLst>
              <a:ext uri="{FF2B5EF4-FFF2-40B4-BE49-F238E27FC236}">
                <a16:creationId xmlns:a16="http://schemas.microsoft.com/office/drawing/2014/main" id="{9F72C929-4E91-744D-ACBA-8EF3794CA7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599477" y="427858"/>
            <a:ext cx="1605163" cy="320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437032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4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7" y="2674146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860799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52827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232A-CDD4-E04C-BBB1-F0B9B865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CAFA3-850E-8D47-B80D-AC3DD277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1FF9E4-4AF9-F74A-8400-DE943D3D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99916-FBF6-5643-B142-C791CED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72713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892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7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21197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4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892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6"/>
            <a:ext cx="2948940" cy="2918936"/>
          </a:xfrm>
        </p:spPr>
        <p:txBody>
          <a:bodyPr/>
          <a:lstStyle>
            <a:lvl1pPr marL="257168" indent="-257168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9869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7" y="4203861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7" y="481015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46" marR="0" lvl="0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892" marR="0" lvl="1" indent="0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394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28" marR="0" lvl="2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20" marR="0" lvl="3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12" marR="0" lvl="4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44444377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2_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2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46" marR="0" lvl="0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892" marR="0" lvl="1" indent="0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394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28" marR="0" lvl="2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20" marR="0" lvl="3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12" marR="0" lvl="4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1367950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46" marR="0" lvl="0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37" marR="0" lvl="1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394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28" marR="0" lvl="2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20" marR="0" lvl="3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12" marR="0" lvl="4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46" marR="0" lvl="0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37" marR="0" lvl="1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394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28" marR="0" lvl="2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20" marR="0" lvl="3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12" marR="0" lvl="4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10921985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7" y="4203861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7" y="481014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46" marR="0" lvl="0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892" marR="0" lvl="1" indent="0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32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28" marR="0" lvl="2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20" marR="0" lvl="3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12" marR="0" lvl="4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571205220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2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46" marR="0" lvl="0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892" marR="0" lvl="1" indent="0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32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28" marR="0" lvl="2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20" marR="0" lvl="3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12" marR="0" lvl="4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00188775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46" marR="0" lvl="0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37" marR="0" lvl="1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32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28" marR="0" lvl="2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20" marR="0" lvl="3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12" marR="0" lvl="4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46" marR="0" lvl="0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37" marR="0" lvl="1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32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28" marR="0" lvl="2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20" marR="0" lvl="3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12" marR="0" lvl="4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4089894605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5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892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990703722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21" y="4947091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4" y="4932662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7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64012130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7" y="4947091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4" y="4932662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4" y="535392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矩形 1"/>
          <p:cNvSpPr/>
          <p:nvPr userDrawn="1"/>
        </p:nvSpPr>
        <p:spPr>
          <a:xfrm>
            <a:off x="6280152" y="2432052"/>
            <a:ext cx="2863850" cy="24701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1"/>
          </a:p>
        </p:txBody>
      </p:sp>
    </p:spTree>
    <p:extLst>
      <p:ext uri="{BB962C8B-B14F-4D97-AF65-F5344CB8AC3E}">
        <p14:creationId xmlns:p14="http://schemas.microsoft.com/office/powerpoint/2010/main" val="327762882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661222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1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8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5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8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5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5" y="228127"/>
            <a:ext cx="1986677" cy="39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849365"/>
      </p:ext>
    </p:extLst>
  </p:cSld>
  <p:clrMapOvr>
    <a:masterClrMapping/>
  </p:clrMapOvr>
  <p:transition spd="med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A9DC09-E464-6242-8AA8-2F1F666657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-10946"/>
            <a:ext cx="9196387" cy="5154447"/>
          </a:xfrm>
          <a:prstGeom prst="rect">
            <a:avLst/>
          </a:prstGeom>
        </p:spPr>
      </p:pic>
      <p:pic>
        <p:nvPicPr>
          <p:cNvPr id="6" name="Picture 5" descr="A black and white logo&#10;&#10;Description automatically generated with medium confidence">
            <a:extLst>
              <a:ext uri="{FF2B5EF4-FFF2-40B4-BE49-F238E27FC236}">
                <a16:creationId xmlns:a16="http://schemas.microsoft.com/office/drawing/2014/main" id="{5F7683FC-97C3-9742-89ED-2AF7D1366A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9376" y="676712"/>
            <a:ext cx="2048436" cy="408022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5D51E516-3C62-B14F-B9E3-4CC2BE94B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379" y="2076644"/>
            <a:ext cx="5986367" cy="1008595"/>
          </a:xfrm>
          <a:prstGeom prst="rect">
            <a:avLst/>
          </a:prstGeom>
        </p:spPr>
        <p:txBody>
          <a:bodyPr/>
          <a:lstStyle>
            <a:lvl1pPr>
              <a:defRPr sz="2399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E66E28E-9633-C440-BA7B-C41A985FBB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9379" y="3172319"/>
            <a:ext cx="4954766" cy="556260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accent4"/>
                </a:solidFill>
                <a:latin typeface="Times" pitchFamily="2" charset="0"/>
              </a:defRPr>
            </a:lvl1pPr>
            <a:lvl2pPr>
              <a:defRPr b="1">
                <a:solidFill>
                  <a:schemeClr val="accent4"/>
                </a:solidFill>
                <a:latin typeface="Times" pitchFamily="2" charset="0"/>
              </a:defRPr>
            </a:lvl2pPr>
            <a:lvl3pPr>
              <a:defRPr b="1">
                <a:solidFill>
                  <a:schemeClr val="accent4"/>
                </a:solidFill>
                <a:latin typeface="Times" pitchFamily="2" charset="0"/>
              </a:defRPr>
            </a:lvl3pPr>
            <a:lvl4pPr>
              <a:defRPr b="1">
                <a:solidFill>
                  <a:schemeClr val="accent4"/>
                </a:solidFill>
                <a:latin typeface="Times" pitchFamily="2" charset="0"/>
              </a:defRPr>
            </a:lvl4pPr>
            <a:lvl5pPr>
              <a:defRPr b="1">
                <a:solidFill>
                  <a:schemeClr val="accent4"/>
                </a:solidFill>
                <a:latin typeface="Times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676668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91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5" y="4932663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100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7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292216137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ver Mar 20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图形 2"/>
          <p:cNvGrpSpPr/>
          <p:nvPr userDrawn="1"/>
        </p:nvGrpSpPr>
        <p:grpSpPr>
          <a:xfrm>
            <a:off x="499112" y="467189"/>
            <a:ext cx="2442510" cy="602628"/>
            <a:chOff x="154" y="3849680"/>
            <a:chExt cx="24382305" cy="6015724"/>
          </a:xfrm>
        </p:grpSpPr>
        <p:sp>
          <p:nvSpPr>
            <p:cNvPr id="9" name="任意形状 8"/>
            <p:cNvSpPr/>
            <p:nvPr/>
          </p:nvSpPr>
          <p:spPr>
            <a:xfrm>
              <a:off x="154" y="3849680"/>
              <a:ext cx="24382305" cy="6015724"/>
            </a:xfrm>
            <a:custGeom>
              <a:avLst/>
              <a:gdLst>
                <a:gd name="connsiteX0" fmla="*/ -14455 w 24382305"/>
                <a:gd name="connsiteY0" fmla="*/ -146 h 6015724"/>
                <a:gd name="connsiteX1" fmla="*/ 24367846 w 24382305"/>
                <a:gd name="connsiteY1" fmla="*/ -146 h 6015724"/>
                <a:gd name="connsiteX2" fmla="*/ 24367846 w 24382305"/>
                <a:gd name="connsiteY2" fmla="*/ 6015579 h 6015724"/>
                <a:gd name="connsiteX3" fmla="*/ -14462 w 24382305"/>
                <a:gd name="connsiteY3" fmla="*/ 6015579 h 6015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82305" h="6015724">
                  <a:moveTo>
                    <a:pt x="-14455" y="-146"/>
                  </a:moveTo>
                  <a:lnTo>
                    <a:pt x="24367846" y="-146"/>
                  </a:lnTo>
                  <a:lnTo>
                    <a:pt x="24367846" y="6015579"/>
                  </a:lnTo>
                  <a:lnTo>
                    <a:pt x="-14462" y="6015579"/>
                  </a:lnTo>
                  <a:close/>
                </a:path>
              </a:pathLst>
            </a:custGeom>
            <a:noFill/>
            <a:ln w="6587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ctr" defTabSz="2438339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endParaRPr>
            </a:p>
          </p:txBody>
        </p:sp>
        <p:grpSp>
          <p:nvGrpSpPr>
            <p:cNvPr id="10" name="图形 2"/>
            <p:cNvGrpSpPr/>
            <p:nvPr/>
          </p:nvGrpSpPr>
          <p:grpSpPr>
            <a:xfrm>
              <a:off x="1379470" y="4700209"/>
              <a:ext cx="21623556" cy="4314688"/>
              <a:chOff x="1379470" y="4700209"/>
              <a:chExt cx="21623556" cy="4314688"/>
            </a:xfrm>
          </p:grpSpPr>
          <p:sp>
            <p:nvSpPr>
              <p:cNvPr id="11" name="任意形状 10"/>
              <p:cNvSpPr/>
              <p:nvPr/>
            </p:nvSpPr>
            <p:spPr>
              <a:xfrm>
                <a:off x="1379470" y="4700209"/>
                <a:ext cx="3567667" cy="4314688"/>
              </a:xfrm>
              <a:custGeom>
                <a:avLst/>
                <a:gdLst>
                  <a:gd name="connsiteX0" fmla="*/ 3520360 w 3567667"/>
                  <a:gd name="connsiteY0" fmla="*/ 3488286 h 4314688"/>
                  <a:gd name="connsiteX1" fmla="*/ 1796098 w 3567667"/>
                  <a:gd name="connsiteY1" fmla="*/ 4315039 h 4314688"/>
                  <a:gd name="connsiteX2" fmla="*/ 386 w 3567667"/>
                  <a:gd name="connsiteY2" fmla="*/ 2067143 h 4314688"/>
                  <a:gd name="connsiteX3" fmla="*/ 814556 w 3567667"/>
                  <a:gd name="connsiteY3" fmla="*/ 51788 h 4314688"/>
                  <a:gd name="connsiteX4" fmla="*/ 2538640 w 3567667"/>
                  <a:gd name="connsiteY4" fmla="*/ 350 h 4314688"/>
                  <a:gd name="connsiteX5" fmla="*/ 3568053 w 3567667"/>
                  <a:gd name="connsiteY5" fmla="*/ 1498471 h 4314688"/>
                  <a:gd name="connsiteX6" fmla="*/ 3304582 w 3567667"/>
                  <a:gd name="connsiteY6" fmla="*/ 1472931 h 4314688"/>
                  <a:gd name="connsiteX7" fmla="*/ 2514526 w 3567667"/>
                  <a:gd name="connsiteY7" fmla="*/ 413459 h 4314688"/>
                  <a:gd name="connsiteX8" fmla="*/ 1173591 w 3567667"/>
                  <a:gd name="connsiteY8" fmla="*/ 465075 h 4314688"/>
                  <a:gd name="connsiteX9" fmla="*/ 694699 w 3567667"/>
                  <a:gd name="connsiteY9" fmla="*/ 1963910 h 4314688"/>
                  <a:gd name="connsiteX10" fmla="*/ 1915955 w 3567667"/>
                  <a:gd name="connsiteY10" fmla="*/ 3488286 h 4314688"/>
                  <a:gd name="connsiteX11" fmla="*/ 3257068 w 3567667"/>
                  <a:gd name="connsiteY11" fmla="*/ 2971588 h 4314688"/>
                  <a:gd name="connsiteX12" fmla="*/ 3520360 w 3567667"/>
                  <a:gd name="connsiteY12" fmla="*/ 3488286 h 4314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67667" h="4314688">
                    <a:moveTo>
                      <a:pt x="3520360" y="3488286"/>
                    </a:moveTo>
                    <a:lnTo>
                      <a:pt x="1796098" y="4315039"/>
                    </a:lnTo>
                    <a:lnTo>
                      <a:pt x="386" y="2067143"/>
                    </a:lnTo>
                    <a:lnTo>
                      <a:pt x="814556" y="51788"/>
                    </a:lnTo>
                    <a:lnTo>
                      <a:pt x="2538640" y="350"/>
                    </a:lnTo>
                    <a:lnTo>
                      <a:pt x="3568053" y="1498471"/>
                    </a:lnTo>
                    <a:lnTo>
                      <a:pt x="3304582" y="1472931"/>
                    </a:lnTo>
                    <a:lnTo>
                      <a:pt x="2514526" y="413459"/>
                    </a:lnTo>
                    <a:lnTo>
                      <a:pt x="1173591" y="465075"/>
                    </a:lnTo>
                    <a:lnTo>
                      <a:pt x="694699" y="1963910"/>
                    </a:lnTo>
                    <a:lnTo>
                      <a:pt x="1915955" y="3488286"/>
                    </a:lnTo>
                    <a:lnTo>
                      <a:pt x="3257068" y="2971588"/>
                    </a:lnTo>
                    <a:lnTo>
                      <a:pt x="3520360" y="3488286"/>
                    </a:lnTo>
                    <a:close/>
                  </a:path>
                </a:pathLst>
              </a:custGeom>
              <a:solidFill>
                <a:srgbClr val="103565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8339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sym typeface="Canela Text Regular"/>
                </a:endParaRPr>
              </a:p>
            </p:txBody>
          </p:sp>
          <p:sp>
            <p:nvSpPr>
              <p:cNvPr id="12" name="任意形状 11"/>
              <p:cNvSpPr/>
              <p:nvPr/>
            </p:nvSpPr>
            <p:spPr>
              <a:xfrm>
                <a:off x="5235615" y="6017719"/>
                <a:ext cx="2178861" cy="1653862"/>
              </a:xfrm>
              <a:custGeom>
                <a:avLst/>
                <a:gdLst>
                  <a:gd name="connsiteX0" fmla="*/ 719177 w 2178861"/>
                  <a:gd name="connsiteY0" fmla="*/ 982314 h 1653862"/>
                  <a:gd name="connsiteX1" fmla="*/ 1413491 w 2178861"/>
                  <a:gd name="connsiteY1" fmla="*/ 982314 h 1653862"/>
                  <a:gd name="connsiteX2" fmla="*/ 1054277 w 2178861"/>
                  <a:gd name="connsiteY2" fmla="*/ 310410 h 1653862"/>
                  <a:gd name="connsiteX3" fmla="*/ 719177 w 2178861"/>
                  <a:gd name="connsiteY3" fmla="*/ 982314 h 1653862"/>
                  <a:gd name="connsiteX4" fmla="*/ 749 w 2178861"/>
                  <a:gd name="connsiteY4" fmla="*/ 1654218 h 1653862"/>
                  <a:gd name="connsiteX5" fmla="*/ 910663 w 2178861"/>
                  <a:gd name="connsiteY5" fmla="*/ 355 h 1653862"/>
                  <a:gd name="connsiteX6" fmla="*/ 1245941 w 2178861"/>
                  <a:gd name="connsiteY6" fmla="*/ 355 h 1653862"/>
                  <a:gd name="connsiteX7" fmla="*/ 2179611 w 2178861"/>
                  <a:gd name="connsiteY7" fmla="*/ 1654218 h 1653862"/>
                  <a:gd name="connsiteX8" fmla="*/ 1748948 w 2178861"/>
                  <a:gd name="connsiteY8" fmla="*/ 1654218 h 1653862"/>
                  <a:gd name="connsiteX9" fmla="*/ 1556926 w 2178861"/>
                  <a:gd name="connsiteY9" fmla="*/ 1292368 h 1653862"/>
                  <a:gd name="connsiteX10" fmla="*/ 551270 w 2178861"/>
                  <a:gd name="connsiteY10" fmla="*/ 1292368 h 1653862"/>
                  <a:gd name="connsiteX11" fmla="*/ 359427 w 2178861"/>
                  <a:gd name="connsiteY11" fmla="*/ 1654218 h 1653862"/>
                  <a:gd name="connsiteX12" fmla="*/ 749 w 2178861"/>
                  <a:gd name="connsiteY12" fmla="*/ 1654218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78861" h="1653862">
                    <a:moveTo>
                      <a:pt x="719177" y="982314"/>
                    </a:moveTo>
                    <a:lnTo>
                      <a:pt x="1413491" y="982314"/>
                    </a:lnTo>
                    <a:lnTo>
                      <a:pt x="1054277" y="310410"/>
                    </a:lnTo>
                    <a:lnTo>
                      <a:pt x="719177" y="982314"/>
                    </a:lnTo>
                    <a:close/>
                    <a:moveTo>
                      <a:pt x="749" y="1654218"/>
                    </a:moveTo>
                    <a:lnTo>
                      <a:pt x="910663" y="355"/>
                    </a:lnTo>
                    <a:lnTo>
                      <a:pt x="1245941" y="355"/>
                    </a:lnTo>
                    <a:lnTo>
                      <a:pt x="2179611" y="1654218"/>
                    </a:lnTo>
                    <a:lnTo>
                      <a:pt x="1748948" y="1654218"/>
                    </a:lnTo>
                    <a:lnTo>
                      <a:pt x="1556926" y="1292368"/>
                    </a:lnTo>
                    <a:lnTo>
                      <a:pt x="551270" y="1292368"/>
                    </a:lnTo>
                    <a:lnTo>
                      <a:pt x="359427" y="1654218"/>
                    </a:lnTo>
                    <a:lnTo>
                      <a:pt x="749" y="1654218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8339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sym typeface="Canela Text Regular"/>
                </a:endParaRPr>
              </a:p>
            </p:txBody>
          </p:sp>
          <p:sp>
            <p:nvSpPr>
              <p:cNvPr id="13" name="任意形状 12"/>
              <p:cNvSpPr/>
              <p:nvPr/>
            </p:nvSpPr>
            <p:spPr>
              <a:xfrm>
                <a:off x="9570293" y="6017677"/>
                <a:ext cx="2035247" cy="1653862"/>
              </a:xfrm>
              <a:custGeom>
                <a:avLst/>
                <a:gdLst>
                  <a:gd name="connsiteX0" fmla="*/ 839185 w 2035247"/>
                  <a:gd name="connsiteY0" fmla="*/ 1654214 h 1653862"/>
                  <a:gd name="connsiteX1" fmla="*/ 839185 w 2035247"/>
                  <a:gd name="connsiteY1" fmla="*/ 904618 h 1653862"/>
                  <a:gd name="connsiteX2" fmla="*/ 1257 w 2035247"/>
                  <a:gd name="connsiteY2" fmla="*/ 351 h 1653862"/>
                  <a:gd name="connsiteX3" fmla="*/ 504085 w 2035247"/>
                  <a:gd name="connsiteY3" fmla="*/ 351 h 1653862"/>
                  <a:gd name="connsiteX4" fmla="*/ 1031027 w 2035247"/>
                  <a:gd name="connsiteY4" fmla="*/ 620639 h 1653862"/>
                  <a:gd name="connsiteX5" fmla="*/ 1581905 w 2035247"/>
                  <a:gd name="connsiteY5" fmla="*/ 351 h 1653862"/>
                  <a:gd name="connsiteX6" fmla="*/ 2036505 w 2035247"/>
                  <a:gd name="connsiteY6" fmla="*/ 351 h 1653862"/>
                  <a:gd name="connsiteX7" fmla="*/ 1198756 w 2035247"/>
                  <a:gd name="connsiteY7" fmla="*/ 904618 h 1653862"/>
                  <a:gd name="connsiteX8" fmla="*/ 1198756 w 2035247"/>
                  <a:gd name="connsiteY8" fmla="*/ 1654214 h 1653862"/>
                  <a:gd name="connsiteX9" fmla="*/ 839185 w 2035247"/>
                  <a:gd name="connsiteY9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35247" h="1653862">
                    <a:moveTo>
                      <a:pt x="839185" y="1654214"/>
                    </a:moveTo>
                    <a:lnTo>
                      <a:pt x="839185" y="904618"/>
                    </a:lnTo>
                    <a:lnTo>
                      <a:pt x="1257" y="351"/>
                    </a:lnTo>
                    <a:lnTo>
                      <a:pt x="504085" y="351"/>
                    </a:lnTo>
                    <a:lnTo>
                      <a:pt x="1031027" y="620639"/>
                    </a:lnTo>
                    <a:lnTo>
                      <a:pt x="1581905" y="351"/>
                    </a:lnTo>
                    <a:lnTo>
                      <a:pt x="2036505" y="351"/>
                    </a:lnTo>
                    <a:lnTo>
                      <a:pt x="1198756" y="904618"/>
                    </a:lnTo>
                    <a:lnTo>
                      <a:pt x="1198756" y="1654214"/>
                    </a:lnTo>
                    <a:lnTo>
                      <a:pt x="839185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8339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sym typeface="Canela Text Regular"/>
                </a:endParaRPr>
              </a:p>
            </p:txBody>
          </p:sp>
          <p:sp>
            <p:nvSpPr>
              <p:cNvPr id="14" name="任意形状 13"/>
              <p:cNvSpPr/>
              <p:nvPr/>
            </p:nvSpPr>
            <p:spPr>
              <a:xfrm>
                <a:off x="11771482" y="6017677"/>
                <a:ext cx="2083119" cy="1653862"/>
              </a:xfrm>
              <a:custGeom>
                <a:avLst/>
                <a:gdLst>
                  <a:gd name="connsiteX0" fmla="*/ 1516 w 2083119"/>
                  <a:gd name="connsiteY0" fmla="*/ 1654214 h 1653862"/>
                  <a:gd name="connsiteX1" fmla="*/ 1516 w 2083119"/>
                  <a:gd name="connsiteY1" fmla="*/ 351 h 1653862"/>
                  <a:gd name="connsiteX2" fmla="*/ 288745 w 2083119"/>
                  <a:gd name="connsiteY2" fmla="*/ 351 h 1653862"/>
                  <a:gd name="connsiteX3" fmla="*/ 1055044 w 2083119"/>
                  <a:gd name="connsiteY3" fmla="*/ 982310 h 1653862"/>
                  <a:gd name="connsiteX4" fmla="*/ 1797407 w 2083119"/>
                  <a:gd name="connsiteY4" fmla="*/ 351 h 1653862"/>
                  <a:gd name="connsiteX5" fmla="*/ 2084636 w 2083119"/>
                  <a:gd name="connsiteY5" fmla="*/ 351 h 1653862"/>
                  <a:gd name="connsiteX6" fmla="*/ 2084636 w 2083119"/>
                  <a:gd name="connsiteY6" fmla="*/ 1654214 h 1653862"/>
                  <a:gd name="connsiteX7" fmla="*/ 1749536 w 2083119"/>
                  <a:gd name="connsiteY7" fmla="*/ 1654214 h 1653862"/>
                  <a:gd name="connsiteX8" fmla="*/ 1749536 w 2083119"/>
                  <a:gd name="connsiteY8" fmla="*/ 517407 h 1653862"/>
                  <a:gd name="connsiteX9" fmla="*/ 1055044 w 2083119"/>
                  <a:gd name="connsiteY9" fmla="*/ 1447213 h 1653862"/>
                  <a:gd name="connsiteX10" fmla="*/ 983237 w 2083119"/>
                  <a:gd name="connsiteY10" fmla="*/ 1447213 h 1653862"/>
                  <a:gd name="connsiteX11" fmla="*/ 288745 w 2083119"/>
                  <a:gd name="connsiteY11" fmla="*/ 542768 h 1653862"/>
                  <a:gd name="connsiteX12" fmla="*/ 288745 w 2083119"/>
                  <a:gd name="connsiteY12" fmla="*/ 1654214 h 1653862"/>
                  <a:gd name="connsiteX13" fmla="*/ 1516 w 2083119"/>
                  <a:gd name="connsiteY13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3119" h="1653862">
                    <a:moveTo>
                      <a:pt x="1516" y="1654214"/>
                    </a:moveTo>
                    <a:lnTo>
                      <a:pt x="1516" y="351"/>
                    </a:lnTo>
                    <a:lnTo>
                      <a:pt x="288745" y="351"/>
                    </a:lnTo>
                    <a:lnTo>
                      <a:pt x="1055044" y="982310"/>
                    </a:lnTo>
                    <a:lnTo>
                      <a:pt x="1797407" y="351"/>
                    </a:lnTo>
                    <a:lnTo>
                      <a:pt x="2084636" y="351"/>
                    </a:lnTo>
                    <a:lnTo>
                      <a:pt x="2084636" y="1654214"/>
                    </a:lnTo>
                    <a:lnTo>
                      <a:pt x="1749536" y="1654214"/>
                    </a:lnTo>
                    <a:lnTo>
                      <a:pt x="1749536" y="517407"/>
                    </a:lnTo>
                    <a:lnTo>
                      <a:pt x="1055044" y="1447213"/>
                    </a:lnTo>
                    <a:lnTo>
                      <a:pt x="983237" y="1447213"/>
                    </a:lnTo>
                    <a:lnTo>
                      <a:pt x="288745" y="542768"/>
                    </a:lnTo>
                    <a:lnTo>
                      <a:pt x="288745" y="1654214"/>
                    </a:lnTo>
                    <a:lnTo>
                      <a:pt x="1516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8339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sym typeface="Canela Text Regular"/>
                </a:endParaRPr>
              </a:p>
            </p:txBody>
          </p:sp>
          <p:sp>
            <p:nvSpPr>
              <p:cNvPr id="15" name="任意形状 14"/>
              <p:cNvSpPr/>
              <p:nvPr/>
            </p:nvSpPr>
            <p:spPr>
              <a:xfrm>
                <a:off x="16491452" y="6017677"/>
                <a:ext cx="1915748" cy="1653862"/>
              </a:xfrm>
              <a:custGeom>
                <a:avLst/>
                <a:gdLst>
                  <a:gd name="connsiteX0" fmla="*/ 2068 w 1915748"/>
                  <a:gd name="connsiteY0" fmla="*/ 1654214 h 1653862"/>
                  <a:gd name="connsiteX1" fmla="*/ 2068 w 1915748"/>
                  <a:gd name="connsiteY1" fmla="*/ 351 h 1653862"/>
                  <a:gd name="connsiteX2" fmla="*/ 385217 w 1915748"/>
                  <a:gd name="connsiteY2" fmla="*/ 351 h 1653862"/>
                  <a:gd name="connsiteX3" fmla="*/ 385217 w 1915748"/>
                  <a:gd name="connsiteY3" fmla="*/ 646358 h 1653862"/>
                  <a:gd name="connsiteX4" fmla="*/ 1558423 w 1915748"/>
                  <a:gd name="connsiteY4" fmla="*/ 646358 h 1653862"/>
                  <a:gd name="connsiteX5" fmla="*/ 1558423 w 1915748"/>
                  <a:gd name="connsiteY5" fmla="*/ 351 h 1653862"/>
                  <a:gd name="connsiteX6" fmla="*/ 1917816 w 1915748"/>
                  <a:gd name="connsiteY6" fmla="*/ 351 h 1653862"/>
                  <a:gd name="connsiteX7" fmla="*/ 1917816 w 1915748"/>
                  <a:gd name="connsiteY7" fmla="*/ 1654214 h 1653862"/>
                  <a:gd name="connsiteX8" fmla="*/ 1558423 w 1915748"/>
                  <a:gd name="connsiteY8" fmla="*/ 1654214 h 1653862"/>
                  <a:gd name="connsiteX9" fmla="*/ 1558423 w 1915748"/>
                  <a:gd name="connsiteY9" fmla="*/ 956413 h 1653862"/>
                  <a:gd name="connsiteX10" fmla="*/ 385217 w 1915748"/>
                  <a:gd name="connsiteY10" fmla="*/ 956413 h 1653862"/>
                  <a:gd name="connsiteX11" fmla="*/ 385217 w 1915748"/>
                  <a:gd name="connsiteY11" fmla="*/ 1654214 h 1653862"/>
                  <a:gd name="connsiteX12" fmla="*/ 2068 w 1915748"/>
                  <a:gd name="connsiteY12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15748" h="1653862">
                    <a:moveTo>
                      <a:pt x="2068" y="1654214"/>
                    </a:moveTo>
                    <a:lnTo>
                      <a:pt x="2068" y="351"/>
                    </a:lnTo>
                    <a:lnTo>
                      <a:pt x="385217" y="351"/>
                    </a:lnTo>
                    <a:lnTo>
                      <a:pt x="385217" y="646358"/>
                    </a:lnTo>
                    <a:lnTo>
                      <a:pt x="1558423" y="646358"/>
                    </a:lnTo>
                    <a:lnTo>
                      <a:pt x="1558423" y="351"/>
                    </a:lnTo>
                    <a:lnTo>
                      <a:pt x="1917816" y="351"/>
                    </a:lnTo>
                    <a:lnTo>
                      <a:pt x="1917816" y="1654214"/>
                    </a:lnTo>
                    <a:lnTo>
                      <a:pt x="1558423" y="1654214"/>
                    </a:lnTo>
                    <a:lnTo>
                      <a:pt x="1558423" y="956413"/>
                    </a:lnTo>
                    <a:lnTo>
                      <a:pt x="385217" y="956413"/>
                    </a:lnTo>
                    <a:lnTo>
                      <a:pt x="385217" y="1654214"/>
                    </a:lnTo>
                    <a:lnTo>
                      <a:pt x="2068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8339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sym typeface="Canela Text Regular"/>
                </a:endParaRPr>
              </a:p>
            </p:txBody>
          </p:sp>
          <p:sp>
            <p:nvSpPr>
              <p:cNvPr id="16" name="任意形状 15"/>
              <p:cNvSpPr/>
              <p:nvPr/>
            </p:nvSpPr>
            <p:spPr>
              <a:xfrm>
                <a:off x="18909312" y="6017677"/>
                <a:ext cx="1651919" cy="1653862"/>
              </a:xfrm>
              <a:custGeom>
                <a:avLst/>
                <a:gdLst>
                  <a:gd name="connsiteX0" fmla="*/ 2340 w 1651919"/>
                  <a:gd name="connsiteY0" fmla="*/ 1654214 h 1653862"/>
                  <a:gd name="connsiteX1" fmla="*/ 2340 w 1651919"/>
                  <a:gd name="connsiteY1" fmla="*/ 351 h 1653862"/>
                  <a:gd name="connsiteX2" fmla="*/ 1630324 w 1651919"/>
                  <a:gd name="connsiteY2" fmla="*/ 351 h 1653862"/>
                  <a:gd name="connsiteX3" fmla="*/ 1630324 w 1651919"/>
                  <a:gd name="connsiteY3" fmla="*/ 310585 h 1653862"/>
                  <a:gd name="connsiteX4" fmla="*/ 385132 w 1651919"/>
                  <a:gd name="connsiteY4" fmla="*/ 310585 h 1653862"/>
                  <a:gd name="connsiteX5" fmla="*/ 385132 w 1651919"/>
                  <a:gd name="connsiteY5" fmla="*/ 672434 h 1653862"/>
                  <a:gd name="connsiteX6" fmla="*/ 1103918 w 1651919"/>
                  <a:gd name="connsiteY6" fmla="*/ 672434 h 1653862"/>
                  <a:gd name="connsiteX7" fmla="*/ 1103918 w 1651919"/>
                  <a:gd name="connsiteY7" fmla="*/ 956413 h 1653862"/>
                  <a:gd name="connsiteX8" fmla="*/ 385132 w 1651919"/>
                  <a:gd name="connsiteY8" fmla="*/ 956413 h 1653862"/>
                  <a:gd name="connsiteX9" fmla="*/ 385132 w 1651919"/>
                  <a:gd name="connsiteY9" fmla="*/ 1343981 h 1653862"/>
                  <a:gd name="connsiteX10" fmla="*/ 1654260 w 1651919"/>
                  <a:gd name="connsiteY10" fmla="*/ 1343981 h 1653862"/>
                  <a:gd name="connsiteX11" fmla="*/ 1654260 w 1651919"/>
                  <a:gd name="connsiteY11" fmla="*/ 1654214 h 1653862"/>
                  <a:gd name="connsiteX12" fmla="*/ 2340 w 1651919"/>
                  <a:gd name="connsiteY12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51919" h="1653862">
                    <a:moveTo>
                      <a:pt x="2340" y="1654214"/>
                    </a:moveTo>
                    <a:lnTo>
                      <a:pt x="2340" y="351"/>
                    </a:lnTo>
                    <a:lnTo>
                      <a:pt x="1630324" y="351"/>
                    </a:lnTo>
                    <a:lnTo>
                      <a:pt x="1630324" y="310585"/>
                    </a:lnTo>
                    <a:lnTo>
                      <a:pt x="385132" y="310585"/>
                    </a:lnTo>
                    <a:lnTo>
                      <a:pt x="385132" y="672434"/>
                    </a:lnTo>
                    <a:lnTo>
                      <a:pt x="1103918" y="672434"/>
                    </a:lnTo>
                    <a:lnTo>
                      <a:pt x="1103918" y="956413"/>
                    </a:lnTo>
                    <a:lnTo>
                      <a:pt x="385132" y="956413"/>
                    </a:lnTo>
                    <a:lnTo>
                      <a:pt x="385132" y="1343981"/>
                    </a:lnTo>
                    <a:lnTo>
                      <a:pt x="1654260" y="1343981"/>
                    </a:lnTo>
                    <a:lnTo>
                      <a:pt x="1654260" y="1654214"/>
                    </a:lnTo>
                    <a:lnTo>
                      <a:pt x="2340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8339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sym typeface="Canela Text Regular"/>
                </a:endParaRPr>
              </a:p>
            </p:txBody>
          </p:sp>
          <p:sp>
            <p:nvSpPr>
              <p:cNvPr id="17" name="任意形状 16"/>
              <p:cNvSpPr/>
              <p:nvPr/>
            </p:nvSpPr>
            <p:spPr>
              <a:xfrm>
                <a:off x="20919908" y="6017677"/>
                <a:ext cx="2083119" cy="1653862"/>
              </a:xfrm>
              <a:custGeom>
                <a:avLst/>
                <a:gdLst>
                  <a:gd name="connsiteX0" fmla="*/ 2603 w 2083119"/>
                  <a:gd name="connsiteY0" fmla="*/ 1654214 h 1653862"/>
                  <a:gd name="connsiteX1" fmla="*/ 2603 w 2083119"/>
                  <a:gd name="connsiteY1" fmla="*/ 351 h 1653862"/>
                  <a:gd name="connsiteX2" fmla="*/ 289832 w 2083119"/>
                  <a:gd name="connsiteY2" fmla="*/ 351 h 1653862"/>
                  <a:gd name="connsiteX3" fmla="*/ 1032374 w 2083119"/>
                  <a:gd name="connsiteY3" fmla="*/ 982310 h 1653862"/>
                  <a:gd name="connsiteX4" fmla="*/ 1774380 w 2083119"/>
                  <a:gd name="connsiteY4" fmla="*/ 351 h 1653862"/>
                  <a:gd name="connsiteX5" fmla="*/ 2085722 w 2083119"/>
                  <a:gd name="connsiteY5" fmla="*/ 351 h 1653862"/>
                  <a:gd name="connsiteX6" fmla="*/ 2085722 w 2083119"/>
                  <a:gd name="connsiteY6" fmla="*/ 1654214 h 1653862"/>
                  <a:gd name="connsiteX7" fmla="*/ 1750266 w 2083119"/>
                  <a:gd name="connsiteY7" fmla="*/ 1654214 h 1653862"/>
                  <a:gd name="connsiteX8" fmla="*/ 1750266 w 2083119"/>
                  <a:gd name="connsiteY8" fmla="*/ 517407 h 1653862"/>
                  <a:gd name="connsiteX9" fmla="*/ 1055952 w 2083119"/>
                  <a:gd name="connsiteY9" fmla="*/ 1447213 h 1653862"/>
                  <a:gd name="connsiteX10" fmla="*/ 984502 w 2083119"/>
                  <a:gd name="connsiteY10" fmla="*/ 1447213 h 1653862"/>
                  <a:gd name="connsiteX11" fmla="*/ 289832 w 2083119"/>
                  <a:gd name="connsiteY11" fmla="*/ 542768 h 1653862"/>
                  <a:gd name="connsiteX12" fmla="*/ 289832 w 2083119"/>
                  <a:gd name="connsiteY12" fmla="*/ 1654214 h 1653862"/>
                  <a:gd name="connsiteX13" fmla="*/ 2603 w 2083119"/>
                  <a:gd name="connsiteY13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3119" h="1653862">
                    <a:moveTo>
                      <a:pt x="2603" y="1654214"/>
                    </a:moveTo>
                    <a:lnTo>
                      <a:pt x="2603" y="351"/>
                    </a:lnTo>
                    <a:lnTo>
                      <a:pt x="289832" y="351"/>
                    </a:lnTo>
                    <a:lnTo>
                      <a:pt x="1032374" y="982310"/>
                    </a:lnTo>
                    <a:lnTo>
                      <a:pt x="1774380" y="351"/>
                    </a:lnTo>
                    <a:lnTo>
                      <a:pt x="2085722" y="351"/>
                    </a:lnTo>
                    <a:lnTo>
                      <a:pt x="2085722" y="1654214"/>
                    </a:lnTo>
                    <a:lnTo>
                      <a:pt x="1750266" y="1654214"/>
                    </a:lnTo>
                    <a:lnTo>
                      <a:pt x="1750266" y="517407"/>
                    </a:lnTo>
                    <a:lnTo>
                      <a:pt x="1055952" y="1447213"/>
                    </a:lnTo>
                    <a:lnTo>
                      <a:pt x="984502" y="1447213"/>
                    </a:lnTo>
                    <a:lnTo>
                      <a:pt x="289832" y="542768"/>
                    </a:lnTo>
                    <a:lnTo>
                      <a:pt x="289832" y="1654214"/>
                    </a:lnTo>
                    <a:lnTo>
                      <a:pt x="2603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8339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sym typeface="Canela Text Regular"/>
                </a:endParaRPr>
              </a:p>
            </p:txBody>
          </p:sp>
          <p:sp>
            <p:nvSpPr>
              <p:cNvPr id="18" name="任意形状 17"/>
              <p:cNvSpPr/>
              <p:nvPr/>
            </p:nvSpPr>
            <p:spPr>
              <a:xfrm>
                <a:off x="14332597" y="6017791"/>
                <a:ext cx="1764274" cy="1653684"/>
              </a:xfrm>
              <a:custGeom>
                <a:avLst/>
                <a:gdLst>
                  <a:gd name="connsiteX0" fmla="*/ 1380434 w 1764274"/>
                  <a:gd name="connsiteY0" fmla="*/ 1343983 h 1653684"/>
                  <a:gd name="connsiteX1" fmla="*/ 368348 w 1764274"/>
                  <a:gd name="connsiteY1" fmla="*/ 1343983 h 1653684"/>
                  <a:gd name="connsiteX2" fmla="*/ 368348 w 1764274"/>
                  <a:gd name="connsiteY2" fmla="*/ 310408 h 1653684"/>
                  <a:gd name="connsiteX3" fmla="*/ 1380434 w 1764274"/>
                  <a:gd name="connsiteY3" fmla="*/ 310408 h 1653684"/>
                  <a:gd name="connsiteX4" fmla="*/ 1380434 w 1764274"/>
                  <a:gd name="connsiteY4" fmla="*/ 616533 h 1653684"/>
                  <a:gd name="connsiteX5" fmla="*/ 1766085 w 1764274"/>
                  <a:gd name="connsiteY5" fmla="*/ 537055 h 1653684"/>
                  <a:gd name="connsiteX6" fmla="*/ 1733932 w 1764274"/>
                  <a:gd name="connsiteY6" fmla="*/ 206997 h 1653684"/>
                  <a:gd name="connsiteX7" fmla="*/ 1297017 w 1764274"/>
                  <a:gd name="connsiteY7" fmla="*/ 353 h 1653684"/>
                  <a:gd name="connsiteX8" fmla="*/ 285466 w 1764274"/>
                  <a:gd name="connsiteY8" fmla="*/ 353 h 1653684"/>
                  <a:gd name="connsiteX9" fmla="*/ 1810 w 1764274"/>
                  <a:gd name="connsiteY9" fmla="*/ 310050 h 1653684"/>
                  <a:gd name="connsiteX10" fmla="*/ 1810 w 1764274"/>
                  <a:gd name="connsiteY10" fmla="*/ 1344340 h 1653684"/>
                  <a:gd name="connsiteX11" fmla="*/ 285466 w 1764274"/>
                  <a:gd name="connsiteY11" fmla="*/ 1654037 h 1653684"/>
                  <a:gd name="connsiteX12" fmla="*/ 1297017 w 1764274"/>
                  <a:gd name="connsiteY12" fmla="*/ 1654037 h 1653684"/>
                  <a:gd name="connsiteX13" fmla="*/ 1733932 w 1764274"/>
                  <a:gd name="connsiteY13" fmla="*/ 1447394 h 1653684"/>
                  <a:gd name="connsiteX14" fmla="*/ 1766085 w 1764274"/>
                  <a:gd name="connsiteY14" fmla="*/ 1061611 h 1653684"/>
                  <a:gd name="connsiteX15" fmla="*/ 1380434 w 1764274"/>
                  <a:gd name="connsiteY15" fmla="*/ 982312 h 1653684"/>
                  <a:gd name="connsiteX16" fmla="*/ 1380434 w 1764274"/>
                  <a:gd name="connsiteY16" fmla="*/ 1343983 h 16536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64274" h="1653684">
                    <a:moveTo>
                      <a:pt x="1380434" y="1343983"/>
                    </a:moveTo>
                    <a:lnTo>
                      <a:pt x="368348" y="1343983"/>
                    </a:lnTo>
                    <a:lnTo>
                      <a:pt x="368348" y="310408"/>
                    </a:lnTo>
                    <a:lnTo>
                      <a:pt x="1380434" y="310408"/>
                    </a:lnTo>
                    <a:lnTo>
                      <a:pt x="1380434" y="616533"/>
                    </a:lnTo>
                    <a:lnTo>
                      <a:pt x="1766085" y="537055"/>
                    </a:lnTo>
                    <a:lnTo>
                      <a:pt x="1733932" y="206997"/>
                    </a:lnTo>
                    <a:cubicBezTo>
                      <a:pt x="1733932" y="206997"/>
                      <a:pt x="1723751" y="353"/>
                      <a:pt x="1297017" y="353"/>
                    </a:cubicBezTo>
                    <a:lnTo>
                      <a:pt x="285466" y="353"/>
                    </a:lnTo>
                    <a:cubicBezTo>
                      <a:pt x="285466" y="353"/>
                      <a:pt x="1810" y="22321"/>
                      <a:pt x="1810" y="310050"/>
                    </a:cubicBezTo>
                    <a:lnTo>
                      <a:pt x="1810" y="1344340"/>
                    </a:lnTo>
                    <a:cubicBezTo>
                      <a:pt x="1810" y="1632248"/>
                      <a:pt x="285466" y="1654037"/>
                      <a:pt x="285466" y="1654037"/>
                    </a:cubicBezTo>
                    <a:lnTo>
                      <a:pt x="1297017" y="1654037"/>
                    </a:lnTo>
                    <a:cubicBezTo>
                      <a:pt x="1723751" y="1654037"/>
                      <a:pt x="1733932" y="1447394"/>
                      <a:pt x="1733932" y="1447394"/>
                    </a:cubicBezTo>
                    <a:lnTo>
                      <a:pt x="1766085" y="1061611"/>
                    </a:lnTo>
                    <a:lnTo>
                      <a:pt x="1380434" y="982312"/>
                    </a:lnTo>
                    <a:lnTo>
                      <a:pt x="1380434" y="1343983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8339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sym typeface="Canela Text Regular"/>
                </a:endParaRPr>
              </a:p>
            </p:txBody>
          </p:sp>
          <p:sp>
            <p:nvSpPr>
              <p:cNvPr id="19" name="任意形状 18"/>
              <p:cNvSpPr/>
              <p:nvPr/>
            </p:nvSpPr>
            <p:spPr>
              <a:xfrm>
                <a:off x="7575058" y="6017783"/>
                <a:ext cx="1763618" cy="1647790"/>
              </a:xfrm>
              <a:custGeom>
                <a:avLst/>
                <a:gdLst>
                  <a:gd name="connsiteX0" fmla="*/ 1445187 w 1763618"/>
                  <a:gd name="connsiteY0" fmla="*/ 644577 h 1647790"/>
                  <a:gd name="connsiteX1" fmla="*/ 1445187 w 1763618"/>
                  <a:gd name="connsiteY1" fmla="*/ 644399 h 1647790"/>
                  <a:gd name="connsiteX2" fmla="*/ 391481 w 1763618"/>
                  <a:gd name="connsiteY2" fmla="*/ 644220 h 1647790"/>
                  <a:gd name="connsiteX3" fmla="*/ 391481 w 1763618"/>
                  <a:gd name="connsiteY3" fmla="*/ 310411 h 1647790"/>
                  <a:gd name="connsiteX4" fmla="*/ 1445187 w 1763618"/>
                  <a:gd name="connsiteY4" fmla="*/ 310411 h 1647790"/>
                  <a:gd name="connsiteX5" fmla="*/ 1445187 w 1763618"/>
                  <a:gd name="connsiteY5" fmla="*/ 491515 h 1647790"/>
                  <a:gd name="connsiteX6" fmla="*/ 1764568 w 1763618"/>
                  <a:gd name="connsiteY6" fmla="*/ 411858 h 1647790"/>
                  <a:gd name="connsiteX7" fmla="*/ 1732415 w 1763618"/>
                  <a:gd name="connsiteY7" fmla="*/ 207000 h 1647790"/>
                  <a:gd name="connsiteX8" fmla="*/ 1361770 w 1763618"/>
                  <a:gd name="connsiteY8" fmla="*/ 357 h 1647790"/>
                  <a:gd name="connsiteX9" fmla="*/ 350219 w 1763618"/>
                  <a:gd name="connsiteY9" fmla="*/ 357 h 1647790"/>
                  <a:gd name="connsiteX10" fmla="*/ 66384 w 1763618"/>
                  <a:gd name="connsiteY10" fmla="*/ 310054 h 1647790"/>
                  <a:gd name="connsiteX11" fmla="*/ 66384 w 1763618"/>
                  <a:gd name="connsiteY11" fmla="*/ 718519 h 1647790"/>
                  <a:gd name="connsiteX12" fmla="*/ 385944 w 1763618"/>
                  <a:gd name="connsiteY12" fmla="*/ 981958 h 1647790"/>
                  <a:gd name="connsiteX13" fmla="*/ 385944 w 1763618"/>
                  <a:gd name="connsiteY13" fmla="*/ 982315 h 1647790"/>
                  <a:gd name="connsiteX14" fmla="*/ 1439650 w 1763618"/>
                  <a:gd name="connsiteY14" fmla="*/ 982315 h 1647790"/>
                  <a:gd name="connsiteX15" fmla="*/ 1439650 w 1763618"/>
                  <a:gd name="connsiteY15" fmla="*/ 1337914 h 1647790"/>
                  <a:gd name="connsiteX16" fmla="*/ 320389 w 1763618"/>
                  <a:gd name="connsiteY16" fmla="*/ 1337914 h 1647790"/>
                  <a:gd name="connsiteX17" fmla="*/ 320389 w 1763618"/>
                  <a:gd name="connsiteY17" fmla="*/ 1157168 h 1647790"/>
                  <a:gd name="connsiteX18" fmla="*/ 1008 w 1763618"/>
                  <a:gd name="connsiteY18" fmla="*/ 1236289 h 1647790"/>
                  <a:gd name="connsiteX19" fmla="*/ 33160 w 1763618"/>
                  <a:gd name="connsiteY19" fmla="*/ 1441503 h 1647790"/>
                  <a:gd name="connsiteX20" fmla="*/ 403985 w 1763618"/>
                  <a:gd name="connsiteY20" fmla="*/ 1648147 h 1647790"/>
                  <a:gd name="connsiteX21" fmla="*/ 1480912 w 1763618"/>
                  <a:gd name="connsiteY21" fmla="*/ 1648147 h 1647790"/>
                  <a:gd name="connsiteX22" fmla="*/ 1764568 w 1763618"/>
                  <a:gd name="connsiteY22" fmla="*/ 1338271 h 1647790"/>
                  <a:gd name="connsiteX23" fmla="*/ 1764568 w 1763618"/>
                  <a:gd name="connsiteY23" fmla="*/ 908016 h 1647790"/>
                  <a:gd name="connsiteX24" fmla="*/ 1445187 w 1763618"/>
                  <a:gd name="connsiteY24" fmla="*/ 644577 h 16477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63618" h="1647790">
                    <a:moveTo>
                      <a:pt x="1445187" y="644577"/>
                    </a:moveTo>
                    <a:lnTo>
                      <a:pt x="1445187" y="644399"/>
                    </a:lnTo>
                    <a:lnTo>
                      <a:pt x="391481" y="644220"/>
                    </a:lnTo>
                    <a:lnTo>
                      <a:pt x="391481" y="310411"/>
                    </a:lnTo>
                    <a:lnTo>
                      <a:pt x="1445187" y="310411"/>
                    </a:lnTo>
                    <a:lnTo>
                      <a:pt x="1445187" y="491515"/>
                    </a:lnTo>
                    <a:lnTo>
                      <a:pt x="1764568" y="411858"/>
                    </a:lnTo>
                    <a:lnTo>
                      <a:pt x="1732415" y="207000"/>
                    </a:lnTo>
                    <a:cubicBezTo>
                      <a:pt x="1732415" y="207000"/>
                      <a:pt x="1700084" y="357"/>
                      <a:pt x="1361770" y="357"/>
                    </a:cubicBezTo>
                    <a:lnTo>
                      <a:pt x="350219" y="357"/>
                    </a:lnTo>
                    <a:cubicBezTo>
                      <a:pt x="350219" y="357"/>
                      <a:pt x="66384" y="22325"/>
                      <a:pt x="66384" y="310054"/>
                    </a:cubicBezTo>
                    <a:lnTo>
                      <a:pt x="66384" y="718519"/>
                    </a:lnTo>
                    <a:cubicBezTo>
                      <a:pt x="66384" y="718519"/>
                      <a:pt x="54417" y="977314"/>
                      <a:pt x="385944" y="981958"/>
                    </a:cubicBezTo>
                    <a:lnTo>
                      <a:pt x="385944" y="982315"/>
                    </a:lnTo>
                    <a:lnTo>
                      <a:pt x="1439650" y="982315"/>
                    </a:lnTo>
                    <a:lnTo>
                      <a:pt x="1439650" y="1337914"/>
                    </a:lnTo>
                    <a:lnTo>
                      <a:pt x="320389" y="1337914"/>
                    </a:lnTo>
                    <a:lnTo>
                      <a:pt x="320389" y="1157168"/>
                    </a:lnTo>
                    <a:lnTo>
                      <a:pt x="1008" y="1236289"/>
                    </a:lnTo>
                    <a:lnTo>
                      <a:pt x="33160" y="1441503"/>
                    </a:lnTo>
                    <a:cubicBezTo>
                      <a:pt x="33160" y="1441503"/>
                      <a:pt x="65134" y="1648147"/>
                      <a:pt x="403985" y="1648147"/>
                    </a:cubicBezTo>
                    <a:lnTo>
                      <a:pt x="1480912" y="1648147"/>
                    </a:lnTo>
                    <a:cubicBezTo>
                      <a:pt x="1480912" y="1648147"/>
                      <a:pt x="1764568" y="1626179"/>
                      <a:pt x="1764568" y="1338271"/>
                    </a:cubicBezTo>
                    <a:lnTo>
                      <a:pt x="1764568" y="908016"/>
                    </a:lnTo>
                    <a:cubicBezTo>
                      <a:pt x="1764568" y="908016"/>
                      <a:pt x="1776893" y="649221"/>
                      <a:pt x="1445187" y="644577"/>
                    </a:cubicBezTo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8339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sym typeface="Canela Text Regular"/>
                </a:endParaRPr>
              </a:p>
            </p:txBody>
          </p:sp>
        </p:grpSp>
      </p:grpSp>
      <p:pic>
        <p:nvPicPr>
          <p:cNvPr id="20" name="图片 19"/>
          <p:cNvPicPr>
            <a:picLocks noChangeAspect="1"/>
          </p:cNvPicPr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3115277" y="3"/>
            <a:ext cx="6028725" cy="5049547"/>
          </a:xfrm>
          <a:prstGeom prst="rect">
            <a:avLst/>
          </a:prstGeom>
        </p:spPr>
      </p:pic>
      <p:sp>
        <p:nvSpPr>
          <p:cNvPr id="6" name="Rechteck"/>
          <p:cNvSpPr/>
          <p:nvPr userDrawn="1"/>
        </p:nvSpPr>
        <p:spPr>
          <a:xfrm rot="5400000">
            <a:off x="4428000" y="431611"/>
            <a:ext cx="288000" cy="9216000"/>
          </a:xfrm>
          <a:prstGeom prst="rect">
            <a:avLst/>
          </a:prstGeom>
          <a:solidFill>
            <a:srgbClr val="151046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37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89395423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 202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93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6" y="4960584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64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ea typeface="Arial" panose="020B0604020202020204" pitchFamily="34" charset="0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ea typeface="Arial" panose="020B0604020202020204" pitchFamily="34" charset="0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7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452527" y="264606"/>
            <a:ext cx="6423841" cy="412424"/>
          </a:xfrm>
        </p:spPr>
        <p:txBody>
          <a:bodyPr>
            <a:normAutofit/>
          </a:bodyPr>
          <a:lstStyle>
            <a:lvl1pPr algn="r">
              <a:defRPr sz="1800" b="1">
                <a:solidFill>
                  <a:srgbClr val="2E5A9E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Title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373380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7" y="4947091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4" y="4932662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10664872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2418" y="613756"/>
            <a:ext cx="2107043" cy="492876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 rot="19806617">
            <a:off x="5384758" y="-1947972"/>
            <a:ext cx="7591962" cy="717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146063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60073205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7114563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sp>
        <p:nvSpPr>
          <p:cNvPr id="5" name="TextBox 5"/>
          <p:cNvSpPr txBox="1">
            <a:spLocks noChangeArrowheads="1"/>
          </p:cNvSpPr>
          <p:nvPr userDrawn="1"/>
        </p:nvSpPr>
        <p:spPr bwMode="auto">
          <a:xfrm>
            <a:off x="599474" y="4466952"/>
            <a:ext cx="25726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700">
                <a:solidFill>
                  <a:srgbClr val="2F5A9E"/>
                </a:solidFill>
                <a:ea typeface="宋体" pitchFamily="2" charset="-122"/>
              </a:rPr>
              <a:t>Contents</a:t>
            </a:r>
          </a:p>
        </p:txBody>
      </p:sp>
      <p:pic>
        <p:nvPicPr>
          <p:cNvPr id="6" name="图片 1" descr="2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599473" y="427857"/>
            <a:ext cx="1605164" cy="320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6209514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3498"/>
            <a:ext cx="8229600" cy="5721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965200"/>
            <a:ext cx="8229600" cy="3644900"/>
          </a:xfrm>
        </p:spPr>
        <p:txBody>
          <a:bodyPr/>
          <a:lstStyle>
            <a:lvl1pPr marL="342900" indent="-342900">
              <a:buFontTx/>
              <a:buBlip>
                <a:blip r:embed="rId2"/>
              </a:buBlip>
              <a:defRPr/>
            </a:lvl1pPr>
            <a:lvl2pPr marL="557213" indent="-214313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6086385" y="4819650"/>
            <a:ext cx="15430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Page </a:t>
            </a:r>
            <a:fld id="{127D9164-07AF-9947-BAED-B5CA6D2A48F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023208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6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6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5"/>
            <a:ext cx="1986677" cy="39481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0525" y="1"/>
            <a:ext cx="4899602" cy="474377"/>
          </a:xfrm>
          <a:prstGeom prst="rect">
            <a:avLst/>
          </a:prstGeom>
        </p:spPr>
        <p:txBody>
          <a:bodyPr anchor="ctr"/>
          <a:lstStyle>
            <a:lvl1pPr algn="r">
              <a:defRPr sz="1800">
                <a:latin typeface="微软雅黑" panose="020B0703020204020201" pitchFamily="34" charset="-122"/>
                <a:ea typeface="微软雅黑" panose="020B0703020204020201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670482809"/>
      </p:ext>
    </p:extLst>
  </p:cSld>
  <p:clrMapOvr>
    <a:masterClrMapping/>
  </p:clrMapOvr>
  <p:transition spd="med"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ver Mar 20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图形 2"/>
          <p:cNvGrpSpPr/>
          <p:nvPr userDrawn="1"/>
        </p:nvGrpSpPr>
        <p:grpSpPr>
          <a:xfrm>
            <a:off x="499112" y="467189"/>
            <a:ext cx="2442510" cy="602628"/>
            <a:chOff x="154" y="3849680"/>
            <a:chExt cx="24382305" cy="6015724"/>
          </a:xfrm>
        </p:grpSpPr>
        <p:sp>
          <p:nvSpPr>
            <p:cNvPr id="9" name="任意形状 8"/>
            <p:cNvSpPr/>
            <p:nvPr/>
          </p:nvSpPr>
          <p:spPr>
            <a:xfrm>
              <a:off x="154" y="3849680"/>
              <a:ext cx="24382305" cy="6015724"/>
            </a:xfrm>
            <a:custGeom>
              <a:avLst/>
              <a:gdLst>
                <a:gd name="connsiteX0" fmla="*/ -14455 w 24382305"/>
                <a:gd name="connsiteY0" fmla="*/ -146 h 6015724"/>
                <a:gd name="connsiteX1" fmla="*/ 24367846 w 24382305"/>
                <a:gd name="connsiteY1" fmla="*/ -146 h 6015724"/>
                <a:gd name="connsiteX2" fmla="*/ 24367846 w 24382305"/>
                <a:gd name="connsiteY2" fmla="*/ 6015579 h 6015724"/>
                <a:gd name="connsiteX3" fmla="*/ -14462 w 24382305"/>
                <a:gd name="connsiteY3" fmla="*/ 6015579 h 6015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82305" h="6015724">
                  <a:moveTo>
                    <a:pt x="-14455" y="-146"/>
                  </a:moveTo>
                  <a:lnTo>
                    <a:pt x="24367846" y="-146"/>
                  </a:lnTo>
                  <a:lnTo>
                    <a:pt x="24367846" y="6015579"/>
                  </a:lnTo>
                  <a:lnTo>
                    <a:pt x="-14462" y="6015579"/>
                  </a:lnTo>
                  <a:close/>
                </a:path>
              </a:pathLst>
            </a:custGeom>
            <a:noFill/>
            <a:ln w="6587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ctr" defTabSz="2438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grpSp>
          <p:nvGrpSpPr>
            <p:cNvPr id="10" name="图形 2"/>
            <p:cNvGrpSpPr/>
            <p:nvPr/>
          </p:nvGrpSpPr>
          <p:grpSpPr>
            <a:xfrm>
              <a:off x="1379470" y="4700209"/>
              <a:ext cx="21623556" cy="4314688"/>
              <a:chOff x="1379470" y="4700209"/>
              <a:chExt cx="21623556" cy="4314688"/>
            </a:xfrm>
          </p:grpSpPr>
          <p:sp>
            <p:nvSpPr>
              <p:cNvPr id="11" name="任意形状 10"/>
              <p:cNvSpPr/>
              <p:nvPr/>
            </p:nvSpPr>
            <p:spPr>
              <a:xfrm>
                <a:off x="1379470" y="4700209"/>
                <a:ext cx="3567667" cy="4314688"/>
              </a:xfrm>
              <a:custGeom>
                <a:avLst/>
                <a:gdLst>
                  <a:gd name="connsiteX0" fmla="*/ 3520360 w 3567667"/>
                  <a:gd name="connsiteY0" fmla="*/ 3488286 h 4314688"/>
                  <a:gd name="connsiteX1" fmla="*/ 1796098 w 3567667"/>
                  <a:gd name="connsiteY1" fmla="*/ 4315039 h 4314688"/>
                  <a:gd name="connsiteX2" fmla="*/ 386 w 3567667"/>
                  <a:gd name="connsiteY2" fmla="*/ 2067143 h 4314688"/>
                  <a:gd name="connsiteX3" fmla="*/ 814556 w 3567667"/>
                  <a:gd name="connsiteY3" fmla="*/ 51788 h 4314688"/>
                  <a:gd name="connsiteX4" fmla="*/ 2538640 w 3567667"/>
                  <a:gd name="connsiteY4" fmla="*/ 350 h 4314688"/>
                  <a:gd name="connsiteX5" fmla="*/ 3568053 w 3567667"/>
                  <a:gd name="connsiteY5" fmla="*/ 1498471 h 4314688"/>
                  <a:gd name="connsiteX6" fmla="*/ 3304582 w 3567667"/>
                  <a:gd name="connsiteY6" fmla="*/ 1472931 h 4314688"/>
                  <a:gd name="connsiteX7" fmla="*/ 2514526 w 3567667"/>
                  <a:gd name="connsiteY7" fmla="*/ 413459 h 4314688"/>
                  <a:gd name="connsiteX8" fmla="*/ 1173591 w 3567667"/>
                  <a:gd name="connsiteY8" fmla="*/ 465075 h 4314688"/>
                  <a:gd name="connsiteX9" fmla="*/ 694699 w 3567667"/>
                  <a:gd name="connsiteY9" fmla="*/ 1963910 h 4314688"/>
                  <a:gd name="connsiteX10" fmla="*/ 1915955 w 3567667"/>
                  <a:gd name="connsiteY10" fmla="*/ 3488286 h 4314688"/>
                  <a:gd name="connsiteX11" fmla="*/ 3257068 w 3567667"/>
                  <a:gd name="connsiteY11" fmla="*/ 2971588 h 4314688"/>
                  <a:gd name="connsiteX12" fmla="*/ 3520360 w 3567667"/>
                  <a:gd name="connsiteY12" fmla="*/ 3488286 h 4314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67667" h="4314688">
                    <a:moveTo>
                      <a:pt x="3520360" y="3488286"/>
                    </a:moveTo>
                    <a:lnTo>
                      <a:pt x="1796098" y="4315039"/>
                    </a:lnTo>
                    <a:lnTo>
                      <a:pt x="386" y="2067143"/>
                    </a:lnTo>
                    <a:lnTo>
                      <a:pt x="814556" y="51788"/>
                    </a:lnTo>
                    <a:lnTo>
                      <a:pt x="2538640" y="350"/>
                    </a:lnTo>
                    <a:lnTo>
                      <a:pt x="3568053" y="1498471"/>
                    </a:lnTo>
                    <a:lnTo>
                      <a:pt x="3304582" y="1472931"/>
                    </a:lnTo>
                    <a:lnTo>
                      <a:pt x="2514526" y="413459"/>
                    </a:lnTo>
                    <a:lnTo>
                      <a:pt x="1173591" y="465075"/>
                    </a:lnTo>
                    <a:lnTo>
                      <a:pt x="694699" y="1963910"/>
                    </a:lnTo>
                    <a:lnTo>
                      <a:pt x="1915955" y="3488286"/>
                    </a:lnTo>
                    <a:lnTo>
                      <a:pt x="3257068" y="2971588"/>
                    </a:lnTo>
                    <a:lnTo>
                      <a:pt x="3520360" y="3488286"/>
                    </a:lnTo>
                    <a:close/>
                  </a:path>
                </a:pathLst>
              </a:custGeom>
              <a:solidFill>
                <a:srgbClr val="103565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8400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2" name="任意形状 11"/>
              <p:cNvSpPr/>
              <p:nvPr/>
            </p:nvSpPr>
            <p:spPr>
              <a:xfrm>
                <a:off x="5235615" y="6017719"/>
                <a:ext cx="2178861" cy="1653862"/>
              </a:xfrm>
              <a:custGeom>
                <a:avLst/>
                <a:gdLst>
                  <a:gd name="connsiteX0" fmla="*/ 719177 w 2178861"/>
                  <a:gd name="connsiteY0" fmla="*/ 982314 h 1653862"/>
                  <a:gd name="connsiteX1" fmla="*/ 1413491 w 2178861"/>
                  <a:gd name="connsiteY1" fmla="*/ 982314 h 1653862"/>
                  <a:gd name="connsiteX2" fmla="*/ 1054277 w 2178861"/>
                  <a:gd name="connsiteY2" fmla="*/ 310410 h 1653862"/>
                  <a:gd name="connsiteX3" fmla="*/ 719177 w 2178861"/>
                  <a:gd name="connsiteY3" fmla="*/ 982314 h 1653862"/>
                  <a:gd name="connsiteX4" fmla="*/ 749 w 2178861"/>
                  <a:gd name="connsiteY4" fmla="*/ 1654218 h 1653862"/>
                  <a:gd name="connsiteX5" fmla="*/ 910663 w 2178861"/>
                  <a:gd name="connsiteY5" fmla="*/ 355 h 1653862"/>
                  <a:gd name="connsiteX6" fmla="*/ 1245941 w 2178861"/>
                  <a:gd name="connsiteY6" fmla="*/ 355 h 1653862"/>
                  <a:gd name="connsiteX7" fmla="*/ 2179611 w 2178861"/>
                  <a:gd name="connsiteY7" fmla="*/ 1654218 h 1653862"/>
                  <a:gd name="connsiteX8" fmla="*/ 1748948 w 2178861"/>
                  <a:gd name="connsiteY8" fmla="*/ 1654218 h 1653862"/>
                  <a:gd name="connsiteX9" fmla="*/ 1556926 w 2178861"/>
                  <a:gd name="connsiteY9" fmla="*/ 1292368 h 1653862"/>
                  <a:gd name="connsiteX10" fmla="*/ 551270 w 2178861"/>
                  <a:gd name="connsiteY10" fmla="*/ 1292368 h 1653862"/>
                  <a:gd name="connsiteX11" fmla="*/ 359427 w 2178861"/>
                  <a:gd name="connsiteY11" fmla="*/ 1654218 h 1653862"/>
                  <a:gd name="connsiteX12" fmla="*/ 749 w 2178861"/>
                  <a:gd name="connsiteY12" fmla="*/ 1654218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78861" h="1653862">
                    <a:moveTo>
                      <a:pt x="719177" y="982314"/>
                    </a:moveTo>
                    <a:lnTo>
                      <a:pt x="1413491" y="982314"/>
                    </a:lnTo>
                    <a:lnTo>
                      <a:pt x="1054277" y="310410"/>
                    </a:lnTo>
                    <a:lnTo>
                      <a:pt x="719177" y="982314"/>
                    </a:lnTo>
                    <a:close/>
                    <a:moveTo>
                      <a:pt x="749" y="1654218"/>
                    </a:moveTo>
                    <a:lnTo>
                      <a:pt x="910663" y="355"/>
                    </a:lnTo>
                    <a:lnTo>
                      <a:pt x="1245941" y="355"/>
                    </a:lnTo>
                    <a:lnTo>
                      <a:pt x="2179611" y="1654218"/>
                    </a:lnTo>
                    <a:lnTo>
                      <a:pt x="1748948" y="1654218"/>
                    </a:lnTo>
                    <a:lnTo>
                      <a:pt x="1556926" y="1292368"/>
                    </a:lnTo>
                    <a:lnTo>
                      <a:pt x="551270" y="1292368"/>
                    </a:lnTo>
                    <a:lnTo>
                      <a:pt x="359427" y="1654218"/>
                    </a:lnTo>
                    <a:lnTo>
                      <a:pt x="749" y="1654218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8400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3" name="任意形状 12"/>
              <p:cNvSpPr/>
              <p:nvPr/>
            </p:nvSpPr>
            <p:spPr>
              <a:xfrm>
                <a:off x="9570293" y="6017677"/>
                <a:ext cx="2035247" cy="1653862"/>
              </a:xfrm>
              <a:custGeom>
                <a:avLst/>
                <a:gdLst>
                  <a:gd name="connsiteX0" fmla="*/ 839185 w 2035247"/>
                  <a:gd name="connsiteY0" fmla="*/ 1654214 h 1653862"/>
                  <a:gd name="connsiteX1" fmla="*/ 839185 w 2035247"/>
                  <a:gd name="connsiteY1" fmla="*/ 904618 h 1653862"/>
                  <a:gd name="connsiteX2" fmla="*/ 1257 w 2035247"/>
                  <a:gd name="connsiteY2" fmla="*/ 351 h 1653862"/>
                  <a:gd name="connsiteX3" fmla="*/ 504085 w 2035247"/>
                  <a:gd name="connsiteY3" fmla="*/ 351 h 1653862"/>
                  <a:gd name="connsiteX4" fmla="*/ 1031027 w 2035247"/>
                  <a:gd name="connsiteY4" fmla="*/ 620639 h 1653862"/>
                  <a:gd name="connsiteX5" fmla="*/ 1581905 w 2035247"/>
                  <a:gd name="connsiteY5" fmla="*/ 351 h 1653862"/>
                  <a:gd name="connsiteX6" fmla="*/ 2036505 w 2035247"/>
                  <a:gd name="connsiteY6" fmla="*/ 351 h 1653862"/>
                  <a:gd name="connsiteX7" fmla="*/ 1198756 w 2035247"/>
                  <a:gd name="connsiteY7" fmla="*/ 904618 h 1653862"/>
                  <a:gd name="connsiteX8" fmla="*/ 1198756 w 2035247"/>
                  <a:gd name="connsiteY8" fmla="*/ 1654214 h 1653862"/>
                  <a:gd name="connsiteX9" fmla="*/ 839185 w 2035247"/>
                  <a:gd name="connsiteY9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35247" h="1653862">
                    <a:moveTo>
                      <a:pt x="839185" y="1654214"/>
                    </a:moveTo>
                    <a:lnTo>
                      <a:pt x="839185" y="904618"/>
                    </a:lnTo>
                    <a:lnTo>
                      <a:pt x="1257" y="351"/>
                    </a:lnTo>
                    <a:lnTo>
                      <a:pt x="504085" y="351"/>
                    </a:lnTo>
                    <a:lnTo>
                      <a:pt x="1031027" y="620639"/>
                    </a:lnTo>
                    <a:lnTo>
                      <a:pt x="1581905" y="351"/>
                    </a:lnTo>
                    <a:lnTo>
                      <a:pt x="2036505" y="351"/>
                    </a:lnTo>
                    <a:lnTo>
                      <a:pt x="1198756" y="904618"/>
                    </a:lnTo>
                    <a:lnTo>
                      <a:pt x="1198756" y="1654214"/>
                    </a:lnTo>
                    <a:lnTo>
                      <a:pt x="839185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8400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4" name="任意形状 13"/>
              <p:cNvSpPr/>
              <p:nvPr/>
            </p:nvSpPr>
            <p:spPr>
              <a:xfrm>
                <a:off x="11771482" y="6017677"/>
                <a:ext cx="2083119" cy="1653862"/>
              </a:xfrm>
              <a:custGeom>
                <a:avLst/>
                <a:gdLst>
                  <a:gd name="connsiteX0" fmla="*/ 1516 w 2083119"/>
                  <a:gd name="connsiteY0" fmla="*/ 1654214 h 1653862"/>
                  <a:gd name="connsiteX1" fmla="*/ 1516 w 2083119"/>
                  <a:gd name="connsiteY1" fmla="*/ 351 h 1653862"/>
                  <a:gd name="connsiteX2" fmla="*/ 288745 w 2083119"/>
                  <a:gd name="connsiteY2" fmla="*/ 351 h 1653862"/>
                  <a:gd name="connsiteX3" fmla="*/ 1055044 w 2083119"/>
                  <a:gd name="connsiteY3" fmla="*/ 982310 h 1653862"/>
                  <a:gd name="connsiteX4" fmla="*/ 1797407 w 2083119"/>
                  <a:gd name="connsiteY4" fmla="*/ 351 h 1653862"/>
                  <a:gd name="connsiteX5" fmla="*/ 2084636 w 2083119"/>
                  <a:gd name="connsiteY5" fmla="*/ 351 h 1653862"/>
                  <a:gd name="connsiteX6" fmla="*/ 2084636 w 2083119"/>
                  <a:gd name="connsiteY6" fmla="*/ 1654214 h 1653862"/>
                  <a:gd name="connsiteX7" fmla="*/ 1749536 w 2083119"/>
                  <a:gd name="connsiteY7" fmla="*/ 1654214 h 1653862"/>
                  <a:gd name="connsiteX8" fmla="*/ 1749536 w 2083119"/>
                  <a:gd name="connsiteY8" fmla="*/ 517407 h 1653862"/>
                  <a:gd name="connsiteX9" fmla="*/ 1055044 w 2083119"/>
                  <a:gd name="connsiteY9" fmla="*/ 1447213 h 1653862"/>
                  <a:gd name="connsiteX10" fmla="*/ 983237 w 2083119"/>
                  <a:gd name="connsiteY10" fmla="*/ 1447213 h 1653862"/>
                  <a:gd name="connsiteX11" fmla="*/ 288745 w 2083119"/>
                  <a:gd name="connsiteY11" fmla="*/ 542768 h 1653862"/>
                  <a:gd name="connsiteX12" fmla="*/ 288745 w 2083119"/>
                  <a:gd name="connsiteY12" fmla="*/ 1654214 h 1653862"/>
                  <a:gd name="connsiteX13" fmla="*/ 1516 w 2083119"/>
                  <a:gd name="connsiteY13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3119" h="1653862">
                    <a:moveTo>
                      <a:pt x="1516" y="1654214"/>
                    </a:moveTo>
                    <a:lnTo>
                      <a:pt x="1516" y="351"/>
                    </a:lnTo>
                    <a:lnTo>
                      <a:pt x="288745" y="351"/>
                    </a:lnTo>
                    <a:lnTo>
                      <a:pt x="1055044" y="982310"/>
                    </a:lnTo>
                    <a:lnTo>
                      <a:pt x="1797407" y="351"/>
                    </a:lnTo>
                    <a:lnTo>
                      <a:pt x="2084636" y="351"/>
                    </a:lnTo>
                    <a:lnTo>
                      <a:pt x="2084636" y="1654214"/>
                    </a:lnTo>
                    <a:lnTo>
                      <a:pt x="1749536" y="1654214"/>
                    </a:lnTo>
                    <a:lnTo>
                      <a:pt x="1749536" y="517407"/>
                    </a:lnTo>
                    <a:lnTo>
                      <a:pt x="1055044" y="1447213"/>
                    </a:lnTo>
                    <a:lnTo>
                      <a:pt x="983237" y="1447213"/>
                    </a:lnTo>
                    <a:lnTo>
                      <a:pt x="288745" y="542768"/>
                    </a:lnTo>
                    <a:lnTo>
                      <a:pt x="288745" y="1654214"/>
                    </a:lnTo>
                    <a:lnTo>
                      <a:pt x="1516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8400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5" name="任意形状 14"/>
              <p:cNvSpPr/>
              <p:nvPr/>
            </p:nvSpPr>
            <p:spPr>
              <a:xfrm>
                <a:off x="16491452" y="6017677"/>
                <a:ext cx="1915748" cy="1653862"/>
              </a:xfrm>
              <a:custGeom>
                <a:avLst/>
                <a:gdLst>
                  <a:gd name="connsiteX0" fmla="*/ 2068 w 1915748"/>
                  <a:gd name="connsiteY0" fmla="*/ 1654214 h 1653862"/>
                  <a:gd name="connsiteX1" fmla="*/ 2068 w 1915748"/>
                  <a:gd name="connsiteY1" fmla="*/ 351 h 1653862"/>
                  <a:gd name="connsiteX2" fmla="*/ 385217 w 1915748"/>
                  <a:gd name="connsiteY2" fmla="*/ 351 h 1653862"/>
                  <a:gd name="connsiteX3" fmla="*/ 385217 w 1915748"/>
                  <a:gd name="connsiteY3" fmla="*/ 646358 h 1653862"/>
                  <a:gd name="connsiteX4" fmla="*/ 1558423 w 1915748"/>
                  <a:gd name="connsiteY4" fmla="*/ 646358 h 1653862"/>
                  <a:gd name="connsiteX5" fmla="*/ 1558423 w 1915748"/>
                  <a:gd name="connsiteY5" fmla="*/ 351 h 1653862"/>
                  <a:gd name="connsiteX6" fmla="*/ 1917816 w 1915748"/>
                  <a:gd name="connsiteY6" fmla="*/ 351 h 1653862"/>
                  <a:gd name="connsiteX7" fmla="*/ 1917816 w 1915748"/>
                  <a:gd name="connsiteY7" fmla="*/ 1654214 h 1653862"/>
                  <a:gd name="connsiteX8" fmla="*/ 1558423 w 1915748"/>
                  <a:gd name="connsiteY8" fmla="*/ 1654214 h 1653862"/>
                  <a:gd name="connsiteX9" fmla="*/ 1558423 w 1915748"/>
                  <a:gd name="connsiteY9" fmla="*/ 956413 h 1653862"/>
                  <a:gd name="connsiteX10" fmla="*/ 385217 w 1915748"/>
                  <a:gd name="connsiteY10" fmla="*/ 956413 h 1653862"/>
                  <a:gd name="connsiteX11" fmla="*/ 385217 w 1915748"/>
                  <a:gd name="connsiteY11" fmla="*/ 1654214 h 1653862"/>
                  <a:gd name="connsiteX12" fmla="*/ 2068 w 1915748"/>
                  <a:gd name="connsiteY12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15748" h="1653862">
                    <a:moveTo>
                      <a:pt x="2068" y="1654214"/>
                    </a:moveTo>
                    <a:lnTo>
                      <a:pt x="2068" y="351"/>
                    </a:lnTo>
                    <a:lnTo>
                      <a:pt x="385217" y="351"/>
                    </a:lnTo>
                    <a:lnTo>
                      <a:pt x="385217" y="646358"/>
                    </a:lnTo>
                    <a:lnTo>
                      <a:pt x="1558423" y="646358"/>
                    </a:lnTo>
                    <a:lnTo>
                      <a:pt x="1558423" y="351"/>
                    </a:lnTo>
                    <a:lnTo>
                      <a:pt x="1917816" y="351"/>
                    </a:lnTo>
                    <a:lnTo>
                      <a:pt x="1917816" y="1654214"/>
                    </a:lnTo>
                    <a:lnTo>
                      <a:pt x="1558423" y="1654214"/>
                    </a:lnTo>
                    <a:lnTo>
                      <a:pt x="1558423" y="956413"/>
                    </a:lnTo>
                    <a:lnTo>
                      <a:pt x="385217" y="956413"/>
                    </a:lnTo>
                    <a:lnTo>
                      <a:pt x="385217" y="1654214"/>
                    </a:lnTo>
                    <a:lnTo>
                      <a:pt x="2068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8400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6" name="任意形状 15"/>
              <p:cNvSpPr/>
              <p:nvPr/>
            </p:nvSpPr>
            <p:spPr>
              <a:xfrm>
                <a:off x="18909312" y="6017677"/>
                <a:ext cx="1651919" cy="1653862"/>
              </a:xfrm>
              <a:custGeom>
                <a:avLst/>
                <a:gdLst>
                  <a:gd name="connsiteX0" fmla="*/ 2340 w 1651919"/>
                  <a:gd name="connsiteY0" fmla="*/ 1654214 h 1653862"/>
                  <a:gd name="connsiteX1" fmla="*/ 2340 w 1651919"/>
                  <a:gd name="connsiteY1" fmla="*/ 351 h 1653862"/>
                  <a:gd name="connsiteX2" fmla="*/ 1630324 w 1651919"/>
                  <a:gd name="connsiteY2" fmla="*/ 351 h 1653862"/>
                  <a:gd name="connsiteX3" fmla="*/ 1630324 w 1651919"/>
                  <a:gd name="connsiteY3" fmla="*/ 310585 h 1653862"/>
                  <a:gd name="connsiteX4" fmla="*/ 385132 w 1651919"/>
                  <a:gd name="connsiteY4" fmla="*/ 310585 h 1653862"/>
                  <a:gd name="connsiteX5" fmla="*/ 385132 w 1651919"/>
                  <a:gd name="connsiteY5" fmla="*/ 672434 h 1653862"/>
                  <a:gd name="connsiteX6" fmla="*/ 1103918 w 1651919"/>
                  <a:gd name="connsiteY6" fmla="*/ 672434 h 1653862"/>
                  <a:gd name="connsiteX7" fmla="*/ 1103918 w 1651919"/>
                  <a:gd name="connsiteY7" fmla="*/ 956413 h 1653862"/>
                  <a:gd name="connsiteX8" fmla="*/ 385132 w 1651919"/>
                  <a:gd name="connsiteY8" fmla="*/ 956413 h 1653862"/>
                  <a:gd name="connsiteX9" fmla="*/ 385132 w 1651919"/>
                  <a:gd name="connsiteY9" fmla="*/ 1343981 h 1653862"/>
                  <a:gd name="connsiteX10" fmla="*/ 1654260 w 1651919"/>
                  <a:gd name="connsiteY10" fmla="*/ 1343981 h 1653862"/>
                  <a:gd name="connsiteX11" fmla="*/ 1654260 w 1651919"/>
                  <a:gd name="connsiteY11" fmla="*/ 1654214 h 1653862"/>
                  <a:gd name="connsiteX12" fmla="*/ 2340 w 1651919"/>
                  <a:gd name="connsiteY12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51919" h="1653862">
                    <a:moveTo>
                      <a:pt x="2340" y="1654214"/>
                    </a:moveTo>
                    <a:lnTo>
                      <a:pt x="2340" y="351"/>
                    </a:lnTo>
                    <a:lnTo>
                      <a:pt x="1630324" y="351"/>
                    </a:lnTo>
                    <a:lnTo>
                      <a:pt x="1630324" y="310585"/>
                    </a:lnTo>
                    <a:lnTo>
                      <a:pt x="385132" y="310585"/>
                    </a:lnTo>
                    <a:lnTo>
                      <a:pt x="385132" y="672434"/>
                    </a:lnTo>
                    <a:lnTo>
                      <a:pt x="1103918" y="672434"/>
                    </a:lnTo>
                    <a:lnTo>
                      <a:pt x="1103918" y="956413"/>
                    </a:lnTo>
                    <a:lnTo>
                      <a:pt x="385132" y="956413"/>
                    </a:lnTo>
                    <a:lnTo>
                      <a:pt x="385132" y="1343981"/>
                    </a:lnTo>
                    <a:lnTo>
                      <a:pt x="1654260" y="1343981"/>
                    </a:lnTo>
                    <a:lnTo>
                      <a:pt x="1654260" y="1654214"/>
                    </a:lnTo>
                    <a:lnTo>
                      <a:pt x="2340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8400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7" name="任意形状 16"/>
              <p:cNvSpPr/>
              <p:nvPr/>
            </p:nvSpPr>
            <p:spPr>
              <a:xfrm>
                <a:off x="20919908" y="6017677"/>
                <a:ext cx="2083119" cy="1653862"/>
              </a:xfrm>
              <a:custGeom>
                <a:avLst/>
                <a:gdLst>
                  <a:gd name="connsiteX0" fmla="*/ 2603 w 2083119"/>
                  <a:gd name="connsiteY0" fmla="*/ 1654214 h 1653862"/>
                  <a:gd name="connsiteX1" fmla="*/ 2603 w 2083119"/>
                  <a:gd name="connsiteY1" fmla="*/ 351 h 1653862"/>
                  <a:gd name="connsiteX2" fmla="*/ 289832 w 2083119"/>
                  <a:gd name="connsiteY2" fmla="*/ 351 h 1653862"/>
                  <a:gd name="connsiteX3" fmla="*/ 1032374 w 2083119"/>
                  <a:gd name="connsiteY3" fmla="*/ 982310 h 1653862"/>
                  <a:gd name="connsiteX4" fmla="*/ 1774380 w 2083119"/>
                  <a:gd name="connsiteY4" fmla="*/ 351 h 1653862"/>
                  <a:gd name="connsiteX5" fmla="*/ 2085722 w 2083119"/>
                  <a:gd name="connsiteY5" fmla="*/ 351 h 1653862"/>
                  <a:gd name="connsiteX6" fmla="*/ 2085722 w 2083119"/>
                  <a:gd name="connsiteY6" fmla="*/ 1654214 h 1653862"/>
                  <a:gd name="connsiteX7" fmla="*/ 1750266 w 2083119"/>
                  <a:gd name="connsiteY7" fmla="*/ 1654214 h 1653862"/>
                  <a:gd name="connsiteX8" fmla="*/ 1750266 w 2083119"/>
                  <a:gd name="connsiteY8" fmla="*/ 517407 h 1653862"/>
                  <a:gd name="connsiteX9" fmla="*/ 1055952 w 2083119"/>
                  <a:gd name="connsiteY9" fmla="*/ 1447213 h 1653862"/>
                  <a:gd name="connsiteX10" fmla="*/ 984502 w 2083119"/>
                  <a:gd name="connsiteY10" fmla="*/ 1447213 h 1653862"/>
                  <a:gd name="connsiteX11" fmla="*/ 289832 w 2083119"/>
                  <a:gd name="connsiteY11" fmla="*/ 542768 h 1653862"/>
                  <a:gd name="connsiteX12" fmla="*/ 289832 w 2083119"/>
                  <a:gd name="connsiteY12" fmla="*/ 1654214 h 1653862"/>
                  <a:gd name="connsiteX13" fmla="*/ 2603 w 2083119"/>
                  <a:gd name="connsiteY13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3119" h="1653862">
                    <a:moveTo>
                      <a:pt x="2603" y="1654214"/>
                    </a:moveTo>
                    <a:lnTo>
                      <a:pt x="2603" y="351"/>
                    </a:lnTo>
                    <a:lnTo>
                      <a:pt x="289832" y="351"/>
                    </a:lnTo>
                    <a:lnTo>
                      <a:pt x="1032374" y="982310"/>
                    </a:lnTo>
                    <a:lnTo>
                      <a:pt x="1774380" y="351"/>
                    </a:lnTo>
                    <a:lnTo>
                      <a:pt x="2085722" y="351"/>
                    </a:lnTo>
                    <a:lnTo>
                      <a:pt x="2085722" y="1654214"/>
                    </a:lnTo>
                    <a:lnTo>
                      <a:pt x="1750266" y="1654214"/>
                    </a:lnTo>
                    <a:lnTo>
                      <a:pt x="1750266" y="517407"/>
                    </a:lnTo>
                    <a:lnTo>
                      <a:pt x="1055952" y="1447213"/>
                    </a:lnTo>
                    <a:lnTo>
                      <a:pt x="984502" y="1447213"/>
                    </a:lnTo>
                    <a:lnTo>
                      <a:pt x="289832" y="542768"/>
                    </a:lnTo>
                    <a:lnTo>
                      <a:pt x="289832" y="1654214"/>
                    </a:lnTo>
                    <a:lnTo>
                      <a:pt x="2603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8400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8" name="任意形状 17"/>
              <p:cNvSpPr/>
              <p:nvPr/>
            </p:nvSpPr>
            <p:spPr>
              <a:xfrm>
                <a:off x="14332597" y="6017791"/>
                <a:ext cx="1764274" cy="1653684"/>
              </a:xfrm>
              <a:custGeom>
                <a:avLst/>
                <a:gdLst>
                  <a:gd name="connsiteX0" fmla="*/ 1380434 w 1764274"/>
                  <a:gd name="connsiteY0" fmla="*/ 1343983 h 1653684"/>
                  <a:gd name="connsiteX1" fmla="*/ 368348 w 1764274"/>
                  <a:gd name="connsiteY1" fmla="*/ 1343983 h 1653684"/>
                  <a:gd name="connsiteX2" fmla="*/ 368348 w 1764274"/>
                  <a:gd name="connsiteY2" fmla="*/ 310408 h 1653684"/>
                  <a:gd name="connsiteX3" fmla="*/ 1380434 w 1764274"/>
                  <a:gd name="connsiteY3" fmla="*/ 310408 h 1653684"/>
                  <a:gd name="connsiteX4" fmla="*/ 1380434 w 1764274"/>
                  <a:gd name="connsiteY4" fmla="*/ 616533 h 1653684"/>
                  <a:gd name="connsiteX5" fmla="*/ 1766085 w 1764274"/>
                  <a:gd name="connsiteY5" fmla="*/ 537055 h 1653684"/>
                  <a:gd name="connsiteX6" fmla="*/ 1733932 w 1764274"/>
                  <a:gd name="connsiteY6" fmla="*/ 206997 h 1653684"/>
                  <a:gd name="connsiteX7" fmla="*/ 1297017 w 1764274"/>
                  <a:gd name="connsiteY7" fmla="*/ 353 h 1653684"/>
                  <a:gd name="connsiteX8" fmla="*/ 285466 w 1764274"/>
                  <a:gd name="connsiteY8" fmla="*/ 353 h 1653684"/>
                  <a:gd name="connsiteX9" fmla="*/ 1810 w 1764274"/>
                  <a:gd name="connsiteY9" fmla="*/ 310050 h 1653684"/>
                  <a:gd name="connsiteX10" fmla="*/ 1810 w 1764274"/>
                  <a:gd name="connsiteY10" fmla="*/ 1344340 h 1653684"/>
                  <a:gd name="connsiteX11" fmla="*/ 285466 w 1764274"/>
                  <a:gd name="connsiteY11" fmla="*/ 1654037 h 1653684"/>
                  <a:gd name="connsiteX12" fmla="*/ 1297017 w 1764274"/>
                  <a:gd name="connsiteY12" fmla="*/ 1654037 h 1653684"/>
                  <a:gd name="connsiteX13" fmla="*/ 1733932 w 1764274"/>
                  <a:gd name="connsiteY13" fmla="*/ 1447394 h 1653684"/>
                  <a:gd name="connsiteX14" fmla="*/ 1766085 w 1764274"/>
                  <a:gd name="connsiteY14" fmla="*/ 1061611 h 1653684"/>
                  <a:gd name="connsiteX15" fmla="*/ 1380434 w 1764274"/>
                  <a:gd name="connsiteY15" fmla="*/ 982312 h 1653684"/>
                  <a:gd name="connsiteX16" fmla="*/ 1380434 w 1764274"/>
                  <a:gd name="connsiteY16" fmla="*/ 1343983 h 16536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64274" h="1653684">
                    <a:moveTo>
                      <a:pt x="1380434" y="1343983"/>
                    </a:moveTo>
                    <a:lnTo>
                      <a:pt x="368348" y="1343983"/>
                    </a:lnTo>
                    <a:lnTo>
                      <a:pt x="368348" y="310408"/>
                    </a:lnTo>
                    <a:lnTo>
                      <a:pt x="1380434" y="310408"/>
                    </a:lnTo>
                    <a:lnTo>
                      <a:pt x="1380434" y="616533"/>
                    </a:lnTo>
                    <a:lnTo>
                      <a:pt x="1766085" y="537055"/>
                    </a:lnTo>
                    <a:lnTo>
                      <a:pt x="1733932" y="206997"/>
                    </a:lnTo>
                    <a:cubicBezTo>
                      <a:pt x="1733932" y="206997"/>
                      <a:pt x="1723751" y="353"/>
                      <a:pt x="1297017" y="353"/>
                    </a:cubicBezTo>
                    <a:lnTo>
                      <a:pt x="285466" y="353"/>
                    </a:lnTo>
                    <a:cubicBezTo>
                      <a:pt x="285466" y="353"/>
                      <a:pt x="1810" y="22321"/>
                      <a:pt x="1810" y="310050"/>
                    </a:cubicBezTo>
                    <a:lnTo>
                      <a:pt x="1810" y="1344340"/>
                    </a:lnTo>
                    <a:cubicBezTo>
                      <a:pt x="1810" y="1632248"/>
                      <a:pt x="285466" y="1654037"/>
                      <a:pt x="285466" y="1654037"/>
                    </a:cubicBezTo>
                    <a:lnTo>
                      <a:pt x="1297017" y="1654037"/>
                    </a:lnTo>
                    <a:cubicBezTo>
                      <a:pt x="1723751" y="1654037"/>
                      <a:pt x="1733932" y="1447394"/>
                      <a:pt x="1733932" y="1447394"/>
                    </a:cubicBezTo>
                    <a:lnTo>
                      <a:pt x="1766085" y="1061611"/>
                    </a:lnTo>
                    <a:lnTo>
                      <a:pt x="1380434" y="982312"/>
                    </a:lnTo>
                    <a:lnTo>
                      <a:pt x="1380434" y="1343983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8400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9" name="任意形状 18"/>
              <p:cNvSpPr/>
              <p:nvPr/>
            </p:nvSpPr>
            <p:spPr>
              <a:xfrm>
                <a:off x="7575058" y="6017783"/>
                <a:ext cx="1763618" cy="1647790"/>
              </a:xfrm>
              <a:custGeom>
                <a:avLst/>
                <a:gdLst>
                  <a:gd name="connsiteX0" fmla="*/ 1445187 w 1763618"/>
                  <a:gd name="connsiteY0" fmla="*/ 644577 h 1647790"/>
                  <a:gd name="connsiteX1" fmla="*/ 1445187 w 1763618"/>
                  <a:gd name="connsiteY1" fmla="*/ 644399 h 1647790"/>
                  <a:gd name="connsiteX2" fmla="*/ 391481 w 1763618"/>
                  <a:gd name="connsiteY2" fmla="*/ 644220 h 1647790"/>
                  <a:gd name="connsiteX3" fmla="*/ 391481 w 1763618"/>
                  <a:gd name="connsiteY3" fmla="*/ 310411 h 1647790"/>
                  <a:gd name="connsiteX4" fmla="*/ 1445187 w 1763618"/>
                  <a:gd name="connsiteY4" fmla="*/ 310411 h 1647790"/>
                  <a:gd name="connsiteX5" fmla="*/ 1445187 w 1763618"/>
                  <a:gd name="connsiteY5" fmla="*/ 491515 h 1647790"/>
                  <a:gd name="connsiteX6" fmla="*/ 1764568 w 1763618"/>
                  <a:gd name="connsiteY6" fmla="*/ 411858 h 1647790"/>
                  <a:gd name="connsiteX7" fmla="*/ 1732415 w 1763618"/>
                  <a:gd name="connsiteY7" fmla="*/ 207000 h 1647790"/>
                  <a:gd name="connsiteX8" fmla="*/ 1361770 w 1763618"/>
                  <a:gd name="connsiteY8" fmla="*/ 357 h 1647790"/>
                  <a:gd name="connsiteX9" fmla="*/ 350219 w 1763618"/>
                  <a:gd name="connsiteY9" fmla="*/ 357 h 1647790"/>
                  <a:gd name="connsiteX10" fmla="*/ 66384 w 1763618"/>
                  <a:gd name="connsiteY10" fmla="*/ 310054 h 1647790"/>
                  <a:gd name="connsiteX11" fmla="*/ 66384 w 1763618"/>
                  <a:gd name="connsiteY11" fmla="*/ 718519 h 1647790"/>
                  <a:gd name="connsiteX12" fmla="*/ 385944 w 1763618"/>
                  <a:gd name="connsiteY12" fmla="*/ 981958 h 1647790"/>
                  <a:gd name="connsiteX13" fmla="*/ 385944 w 1763618"/>
                  <a:gd name="connsiteY13" fmla="*/ 982315 h 1647790"/>
                  <a:gd name="connsiteX14" fmla="*/ 1439650 w 1763618"/>
                  <a:gd name="connsiteY14" fmla="*/ 982315 h 1647790"/>
                  <a:gd name="connsiteX15" fmla="*/ 1439650 w 1763618"/>
                  <a:gd name="connsiteY15" fmla="*/ 1337914 h 1647790"/>
                  <a:gd name="connsiteX16" fmla="*/ 320389 w 1763618"/>
                  <a:gd name="connsiteY16" fmla="*/ 1337914 h 1647790"/>
                  <a:gd name="connsiteX17" fmla="*/ 320389 w 1763618"/>
                  <a:gd name="connsiteY17" fmla="*/ 1157168 h 1647790"/>
                  <a:gd name="connsiteX18" fmla="*/ 1008 w 1763618"/>
                  <a:gd name="connsiteY18" fmla="*/ 1236289 h 1647790"/>
                  <a:gd name="connsiteX19" fmla="*/ 33160 w 1763618"/>
                  <a:gd name="connsiteY19" fmla="*/ 1441503 h 1647790"/>
                  <a:gd name="connsiteX20" fmla="*/ 403985 w 1763618"/>
                  <a:gd name="connsiteY20" fmla="*/ 1648147 h 1647790"/>
                  <a:gd name="connsiteX21" fmla="*/ 1480912 w 1763618"/>
                  <a:gd name="connsiteY21" fmla="*/ 1648147 h 1647790"/>
                  <a:gd name="connsiteX22" fmla="*/ 1764568 w 1763618"/>
                  <a:gd name="connsiteY22" fmla="*/ 1338271 h 1647790"/>
                  <a:gd name="connsiteX23" fmla="*/ 1764568 w 1763618"/>
                  <a:gd name="connsiteY23" fmla="*/ 908016 h 1647790"/>
                  <a:gd name="connsiteX24" fmla="*/ 1445187 w 1763618"/>
                  <a:gd name="connsiteY24" fmla="*/ 644577 h 16477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63618" h="1647790">
                    <a:moveTo>
                      <a:pt x="1445187" y="644577"/>
                    </a:moveTo>
                    <a:lnTo>
                      <a:pt x="1445187" y="644399"/>
                    </a:lnTo>
                    <a:lnTo>
                      <a:pt x="391481" y="644220"/>
                    </a:lnTo>
                    <a:lnTo>
                      <a:pt x="391481" y="310411"/>
                    </a:lnTo>
                    <a:lnTo>
                      <a:pt x="1445187" y="310411"/>
                    </a:lnTo>
                    <a:lnTo>
                      <a:pt x="1445187" y="491515"/>
                    </a:lnTo>
                    <a:lnTo>
                      <a:pt x="1764568" y="411858"/>
                    </a:lnTo>
                    <a:lnTo>
                      <a:pt x="1732415" y="207000"/>
                    </a:lnTo>
                    <a:cubicBezTo>
                      <a:pt x="1732415" y="207000"/>
                      <a:pt x="1700084" y="357"/>
                      <a:pt x="1361770" y="357"/>
                    </a:cubicBezTo>
                    <a:lnTo>
                      <a:pt x="350219" y="357"/>
                    </a:lnTo>
                    <a:cubicBezTo>
                      <a:pt x="350219" y="357"/>
                      <a:pt x="66384" y="22325"/>
                      <a:pt x="66384" y="310054"/>
                    </a:cubicBezTo>
                    <a:lnTo>
                      <a:pt x="66384" y="718519"/>
                    </a:lnTo>
                    <a:cubicBezTo>
                      <a:pt x="66384" y="718519"/>
                      <a:pt x="54417" y="977314"/>
                      <a:pt x="385944" y="981958"/>
                    </a:cubicBezTo>
                    <a:lnTo>
                      <a:pt x="385944" y="982315"/>
                    </a:lnTo>
                    <a:lnTo>
                      <a:pt x="1439650" y="982315"/>
                    </a:lnTo>
                    <a:lnTo>
                      <a:pt x="1439650" y="1337914"/>
                    </a:lnTo>
                    <a:lnTo>
                      <a:pt x="320389" y="1337914"/>
                    </a:lnTo>
                    <a:lnTo>
                      <a:pt x="320389" y="1157168"/>
                    </a:lnTo>
                    <a:lnTo>
                      <a:pt x="1008" y="1236289"/>
                    </a:lnTo>
                    <a:lnTo>
                      <a:pt x="33160" y="1441503"/>
                    </a:lnTo>
                    <a:cubicBezTo>
                      <a:pt x="33160" y="1441503"/>
                      <a:pt x="65134" y="1648147"/>
                      <a:pt x="403985" y="1648147"/>
                    </a:cubicBezTo>
                    <a:lnTo>
                      <a:pt x="1480912" y="1648147"/>
                    </a:lnTo>
                    <a:cubicBezTo>
                      <a:pt x="1480912" y="1648147"/>
                      <a:pt x="1764568" y="1626179"/>
                      <a:pt x="1764568" y="1338271"/>
                    </a:cubicBezTo>
                    <a:lnTo>
                      <a:pt x="1764568" y="908016"/>
                    </a:lnTo>
                    <a:cubicBezTo>
                      <a:pt x="1764568" y="908016"/>
                      <a:pt x="1776893" y="649221"/>
                      <a:pt x="1445187" y="644577"/>
                    </a:cubicBezTo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8400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</p:grpSp>
      <p:pic>
        <p:nvPicPr>
          <p:cNvPr id="20" name="图片 1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15277" y="1"/>
            <a:ext cx="6028725" cy="5049548"/>
          </a:xfrm>
          <a:prstGeom prst="rect">
            <a:avLst/>
          </a:prstGeom>
        </p:spPr>
      </p:pic>
      <p:sp>
        <p:nvSpPr>
          <p:cNvPr id="6" name="Rechteck"/>
          <p:cNvSpPr/>
          <p:nvPr userDrawn="1"/>
        </p:nvSpPr>
        <p:spPr>
          <a:xfrm rot="5400000">
            <a:off x="4428000" y="431612"/>
            <a:ext cx="288000" cy="9216000"/>
          </a:xfrm>
          <a:prstGeom prst="rect">
            <a:avLst/>
          </a:prstGeom>
          <a:solidFill>
            <a:srgbClr val="151046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302956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3" y="1731662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5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586382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232A-CDD4-E04C-BBB1-F0B9B865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CAFA3-850E-8D47-B80D-AC3DD277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1FF9E4-4AF9-F74A-8400-DE943D3D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99916-FBF6-5643-B142-C791CED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5597046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3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892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5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0710984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4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892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68" indent="-257168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1827315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5" y="4203860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5" y="481014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46" marR="0" lvl="0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892" marR="0" lvl="1" indent="0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32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28" marR="0" lvl="2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20" marR="0" lvl="3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12" marR="0" lvl="4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438181985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46" marR="0" lvl="0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892" marR="0" lvl="1" indent="0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32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28" marR="0" lvl="2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20" marR="0" lvl="3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12" marR="0" lvl="4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783065216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46" marR="0" lvl="0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37" marR="0" lvl="1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32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28" marR="0" lvl="2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20" marR="0" lvl="3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12" marR="0" lvl="4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46" marR="0" lvl="0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37" marR="0" lvl="1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32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28" marR="0" lvl="2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20" marR="0" lvl="3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12" marR="0" lvl="4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65433210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3" y="467695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892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376695714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9" y="4947089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3" y="4932662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5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55259146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0228101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136975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855676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5378210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67475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388572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9545473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539227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E0DB2B2-D25E-444C-86B2-143D203378C0}"/>
              </a:ext>
            </a:extLst>
          </p:cNvPr>
          <p:cNvSpPr txBox="1"/>
          <p:nvPr userDrawn="1"/>
        </p:nvSpPr>
        <p:spPr>
          <a:xfrm>
            <a:off x="7440783" y="4932662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rgbClr val="00366A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rgbClr val="00366A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F8E8141-DF10-B443-A432-4FFAD2FB8D1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9474" y="4499851"/>
            <a:ext cx="25726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700" dirty="0">
                <a:solidFill>
                  <a:schemeClr val="bg1"/>
                </a:solidFill>
                <a:ea typeface="宋体" pitchFamily="2" charset="-122"/>
              </a:rPr>
              <a:t>Contents</a:t>
            </a:r>
          </a:p>
        </p:txBody>
      </p:sp>
      <p:pic>
        <p:nvPicPr>
          <p:cNvPr id="6" name="图片 1" descr="2">
            <a:extLst>
              <a:ext uri="{FF2B5EF4-FFF2-40B4-BE49-F238E27FC236}">
                <a16:creationId xmlns:a16="http://schemas.microsoft.com/office/drawing/2014/main" id="{9F72C929-4E91-744D-ACBA-8EF3794CA7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599475" y="427858"/>
            <a:ext cx="1605163" cy="320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1AB625A-1AE1-6141-91AC-44B09F61F27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79" y="591673"/>
            <a:ext cx="1699576" cy="39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714077"/>
      </p:ext>
    </p:extLst>
  </p:cSld>
  <p:clrMapOvr>
    <a:masterClrMapping/>
  </p:clrMapOvr>
  <p:transition spd="med"/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744F58F-7C42-F64A-9AEA-F336833127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18" y="613756"/>
            <a:ext cx="2107043" cy="49287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6E55B8F-CA51-604F-B5C5-9147A7F4B5F5}"/>
              </a:ext>
            </a:extLst>
          </p:cNvPr>
          <p:cNvSpPr txBox="1"/>
          <p:nvPr userDrawn="1"/>
        </p:nvSpPr>
        <p:spPr>
          <a:xfrm>
            <a:off x="7440783" y="4932662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D0D95B7-9CE1-CF4B-837C-224BE676E5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9806617">
            <a:off x="5384758" y="-1947970"/>
            <a:ext cx="7591962" cy="717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919400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7" y="4947089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3" y="4932662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892312692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7" y="4970431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3" y="4956004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7072233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22" Type="http://schemas.openxmlformats.org/officeDocument/2006/relationships/vmlDrawing" Target="../drawings/vmlDrawing1.vml"/><Relationship Id="rId23" Type="http://schemas.openxmlformats.org/officeDocument/2006/relationships/tags" Target="../tags/tag1.xml"/><Relationship Id="rId24" Type="http://schemas.openxmlformats.org/officeDocument/2006/relationships/tags" Target="../tags/tag2.xml"/><Relationship Id="rId25" Type="http://schemas.openxmlformats.org/officeDocument/2006/relationships/tags" Target="../tags/tag3.xml"/><Relationship Id="rId26" Type="http://schemas.openxmlformats.org/officeDocument/2006/relationships/tags" Target="../tags/tag4.xml"/><Relationship Id="rId27" Type="http://schemas.openxmlformats.org/officeDocument/2006/relationships/tags" Target="../tags/tag5.xml"/><Relationship Id="rId28" Type="http://schemas.openxmlformats.org/officeDocument/2006/relationships/tags" Target="../tags/tag6.xml"/><Relationship Id="rId29" Type="http://schemas.openxmlformats.org/officeDocument/2006/relationships/tags" Target="../tags/tag7.xml"/><Relationship Id="rId30" Type="http://schemas.openxmlformats.org/officeDocument/2006/relationships/tags" Target="../tags/tag8.xml"/><Relationship Id="rId31" Type="http://schemas.openxmlformats.org/officeDocument/2006/relationships/tags" Target="../tags/tag9.xml"/><Relationship Id="rId32" Type="http://schemas.openxmlformats.org/officeDocument/2006/relationships/tags" Target="../tags/tag10.xml"/><Relationship Id="rId33" Type="http://schemas.openxmlformats.org/officeDocument/2006/relationships/tags" Target="../tags/tag11.xml"/><Relationship Id="rId34" Type="http://schemas.openxmlformats.org/officeDocument/2006/relationships/tags" Target="../tags/tag12.xml"/><Relationship Id="rId35" Type="http://schemas.openxmlformats.org/officeDocument/2006/relationships/tags" Target="../tags/tag13.xml"/><Relationship Id="rId36" Type="http://schemas.openxmlformats.org/officeDocument/2006/relationships/tags" Target="../tags/tag14.xml"/><Relationship Id="rId37" Type="http://schemas.openxmlformats.org/officeDocument/2006/relationships/tags" Target="../tags/tag15.xml"/><Relationship Id="rId38" Type="http://schemas.openxmlformats.org/officeDocument/2006/relationships/tags" Target="../tags/tag16.xml"/><Relationship Id="rId39" Type="http://schemas.openxmlformats.org/officeDocument/2006/relationships/tags" Target="../tags/tag17.xml"/><Relationship Id="rId40" Type="http://schemas.openxmlformats.org/officeDocument/2006/relationships/tags" Target="../tags/tag18.xml"/><Relationship Id="rId41" Type="http://schemas.openxmlformats.org/officeDocument/2006/relationships/tags" Target="../tags/tag19.xml"/><Relationship Id="rId42" Type="http://schemas.openxmlformats.org/officeDocument/2006/relationships/tags" Target="../tags/tag20.xml"/><Relationship Id="rId43" Type="http://schemas.openxmlformats.org/officeDocument/2006/relationships/tags" Target="../tags/tag21.xml"/><Relationship Id="rId44" Type="http://schemas.openxmlformats.org/officeDocument/2006/relationships/tags" Target="../tags/tag22.xml"/><Relationship Id="rId45" Type="http://schemas.openxmlformats.org/officeDocument/2006/relationships/tags" Target="../tags/tag23.xml"/><Relationship Id="rId46" Type="http://schemas.openxmlformats.org/officeDocument/2006/relationships/oleObject" Target="../embeddings/oleObject1.bin"/><Relationship Id="rId47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Relationship Id="rId9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0.xml"/><Relationship Id="rId11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8.xml"/><Relationship Id="rId9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0.xml"/><Relationship Id="rId11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2.xml"/><Relationship Id="rId3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4.xml"/><Relationship Id="rId5" Type="http://schemas.openxmlformats.org/officeDocument/2006/relationships/slideLayout" Target="../slideLayouts/slideLayout45.xml"/><Relationship Id="rId6" Type="http://schemas.openxmlformats.org/officeDocument/2006/relationships/slideLayout" Target="../slideLayouts/slideLayout46.xml"/><Relationship Id="rId7" Type="http://schemas.openxmlformats.org/officeDocument/2006/relationships/slideLayout" Target="../slideLayouts/slideLayout47.xml"/><Relationship Id="rId8" Type="http://schemas.openxmlformats.org/officeDocument/2006/relationships/slideLayout" Target="../slideLayouts/slideLayout48.xml"/><Relationship Id="rId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4.xml"/><Relationship Id="rId15" Type="http://schemas.openxmlformats.org/officeDocument/2006/relationships/slideLayout" Target="../slideLayouts/slideLayout55.xml"/><Relationship Id="rId16" Type="http://schemas.openxmlformats.org/officeDocument/2006/relationships/slideLayout" Target="../slideLayouts/slideLayout56.xml"/><Relationship Id="rId17" Type="http://schemas.openxmlformats.org/officeDocument/2006/relationships/slideLayout" Target="../slideLayouts/slideLayout57.xml"/><Relationship Id="rId18" Type="http://schemas.openxmlformats.org/officeDocument/2006/relationships/slideLayout" Target="../slideLayouts/slideLayout58.xml"/><Relationship Id="rId1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60.xml"/><Relationship Id="rId21" Type="http://schemas.openxmlformats.org/officeDocument/2006/relationships/theme" Target="../theme/theme4.xml"/><Relationship Id="rId22" Type="http://schemas.openxmlformats.org/officeDocument/2006/relationships/vmlDrawing" Target="../drawings/vmlDrawing15.vml"/><Relationship Id="rId23" Type="http://schemas.openxmlformats.org/officeDocument/2006/relationships/tags" Target="../tags/tag329.xml"/><Relationship Id="rId24" Type="http://schemas.openxmlformats.org/officeDocument/2006/relationships/tags" Target="../tags/tag330.xml"/><Relationship Id="rId25" Type="http://schemas.openxmlformats.org/officeDocument/2006/relationships/tags" Target="../tags/tag331.xml"/><Relationship Id="rId26" Type="http://schemas.openxmlformats.org/officeDocument/2006/relationships/tags" Target="../tags/tag332.xml"/><Relationship Id="rId27" Type="http://schemas.openxmlformats.org/officeDocument/2006/relationships/tags" Target="../tags/tag333.xml"/><Relationship Id="rId28" Type="http://schemas.openxmlformats.org/officeDocument/2006/relationships/tags" Target="../tags/tag334.xml"/><Relationship Id="rId29" Type="http://schemas.openxmlformats.org/officeDocument/2006/relationships/tags" Target="../tags/tag335.xml"/><Relationship Id="rId30" Type="http://schemas.openxmlformats.org/officeDocument/2006/relationships/tags" Target="../tags/tag336.xml"/><Relationship Id="rId31" Type="http://schemas.openxmlformats.org/officeDocument/2006/relationships/tags" Target="../tags/tag337.xml"/><Relationship Id="rId32" Type="http://schemas.openxmlformats.org/officeDocument/2006/relationships/tags" Target="../tags/tag338.xml"/><Relationship Id="rId33" Type="http://schemas.openxmlformats.org/officeDocument/2006/relationships/tags" Target="../tags/tag339.xml"/><Relationship Id="rId34" Type="http://schemas.openxmlformats.org/officeDocument/2006/relationships/tags" Target="../tags/tag340.xml"/><Relationship Id="rId35" Type="http://schemas.openxmlformats.org/officeDocument/2006/relationships/tags" Target="../tags/tag341.xml"/><Relationship Id="rId36" Type="http://schemas.openxmlformats.org/officeDocument/2006/relationships/tags" Target="../tags/tag342.xml"/><Relationship Id="rId37" Type="http://schemas.openxmlformats.org/officeDocument/2006/relationships/tags" Target="../tags/tag343.xml"/><Relationship Id="rId38" Type="http://schemas.openxmlformats.org/officeDocument/2006/relationships/tags" Target="../tags/tag344.xml"/><Relationship Id="rId39" Type="http://schemas.openxmlformats.org/officeDocument/2006/relationships/tags" Target="../tags/tag345.xml"/><Relationship Id="rId40" Type="http://schemas.openxmlformats.org/officeDocument/2006/relationships/tags" Target="../tags/tag346.xml"/><Relationship Id="rId41" Type="http://schemas.openxmlformats.org/officeDocument/2006/relationships/tags" Target="../tags/tag347.xml"/><Relationship Id="rId42" Type="http://schemas.openxmlformats.org/officeDocument/2006/relationships/tags" Target="../tags/tag348.xml"/><Relationship Id="rId43" Type="http://schemas.openxmlformats.org/officeDocument/2006/relationships/tags" Target="../tags/tag349.xml"/><Relationship Id="rId44" Type="http://schemas.openxmlformats.org/officeDocument/2006/relationships/tags" Target="../tags/tag350.xml"/><Relationship Id="rId45" Type="http://schemas.openxmlformats.org/officeDocument/2006/relationships/tags" Target="../tags/tag351.xml"/><Relationship Id="rId46" Type="http://schemas.openxmlformats.org/officeDocument/2006/relationships/oleObject" Target="../embeddings/oleObject15.bin"/><Relationship Id="rId47" Type="http://schemas.openxmlformats.org/officeDocument/2006/relationships/image" Target="../media/image1.emf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slideLayout" Target="../slideLayouts/slideLayout62.xml"/><Relationship Id="rId3" Type="http://schemas.openxmlformats.org/officeDocument/2006/relationships/slideLayout" Target="../slideLayouts/slideLayout63.xml"/><Relationship Id="rId4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8.xml"/><Relationship Id="rId6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0.xml"/><Relationship Id="rId8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75.xml"/><Relationship Id="rId13" Type="http://schemas.openxmlformats.org/officeDocument/2006/relationships/slideLayout" Target="../slideLayouts/slideLayout76.xml"/><Relationship Id="rId14" Type="http://schemas.openxmlformats.org/officeDocument/2006/relationships/slideLayout" Target="../slideLayouts/slideLayout77.xml"/><Relationship Id="rId15" Type="http://schemas.openxmlformats.org/officeDocument/2006/relationships/slideLayout" Target="../slideLayouts/slideLayout78.xml"/><Relationship Id="rId16" Type="http://schemas.openxmlformats.org/officeDocument/2006/relationships/slideLayout" Target="../slideLayouts/slideLayout79.xml"/><Relationship Id="rId17" Type="http://schemas.openxmlformats.org/officeDocument/2006/relationships/slideLayout" Target="../slideLayouts/slideLayout80.xml"/><Relationship Id="rId18" Type="http://schemas.openxmlformats.org/officeDocument/2006/relationships/slideLayout" Target="../slideLayouts/slideLayout81.xml"/><Relationship Id="rId19" Type="http://schemas.openxmlformats.org/officeDocument/2006/relationships/slideLayout" Target="../slideLayouts/slideLayout82.xml"/><Relationship Id="rId20" Type="http://schemas.openxmlformats.org/officeDocument/2006/relationships/slideLayout" Target="../slideLayouts/slideLayout83.xml"/><Relationship Id="rId21" Type="http://schemas.openxmlformats.org/officeDocument/2006/relationships/slideLayout" Target="../slideLayouts/slideLayout84.xml"/><Relationship Id="rId22" Type="http://schemas.openxmlformats.org/officeDocument/2006/relationships/slideLayout" Target="../slideLayouts/slideLayout85.xml"/><Relationship Id="rId23" Type="http://schemas.openxmlformats.org/officeDocument/2006/relationships/slideLayout" Target="../slideLayouts/slideLayout86.xml"/><Relationship Id="rId24" Type="http://schemas.openxmlformats.org/officeDocument/2006/relationships/slideLayout" Target="../slideLayouts/slideLayout87.xml"/><Relationship Id="rId25" Type="http://schemas.openxmlformats.org/officeDocument/2006/relationships/slideLayout" Target="../slideLayouts/slideLayout88.xml"/><Relationship Id="rId26" Type="http://schemas.openxmlformats.org/officeDocument/2006/relationships/slideLayout" Target="../slideLayouts/slideLayout89.xml"/><Relationship Id="rId27" Type="http://schemas.openxmlformats.org/officeDocument/2006/relationships/slideLayout" Target="../slideLayouts/slideLayout90.xml"/><Relationship Id="rId28" Type="http://schemas.openxmlformats.org/officeDocument/2006/relationships/slideLayout" Target="../slideLayouts/slideLayout91.xml"/><Relationship Id="rId29" Type="http://schemas.openxmlformats.org/officeDocument/2006/relationships/slideLayout" Target="../slideLayouts/slideLayout92.xml"/><Relationship Id="rId30" Type="http://schemas.openxmlformats.org/officeDocument/2006/relationships/slideLayout" Target="../slideLayouts/slideLayout93.xml"/><Relationship Id="rId31" Type="http://schemas.openxmlformats.org/officeDocument/2006/relationships/slideLayout" Target="../slideLayouts/slideLayout94.xml"/><Relationship Id="rId32" Type="http://schemas.openxmlformats.org/officeDocument/2006/relationships/slideLayout" Target="../slideLayouts/slideLayout95.xml"/><Relationship Id="rId33" Type="http://schemas.openxmlformats.org/officeDocument/2006/relationships/slideLayout" Target="../slideLayouts/slideLayout96.xml"/><Relationship Id="rId34" Type="http://schemas.openxmlformats.org/officeDocument/2006/relationships/slideLayout" Target="../slideLayouts/slideLayout97.xml"/><Relationship Id="rId35" Type="http://schemas.openxmlformats.org/officeDocument/2006/relationships/slideLayout" Target="../slideLayouts/slideLayout98.xml"/><Relationship Id="rId36" Type="http://schemas.openxmlformats.org/officeDocument/2006/relationships/slideLayout" Target="../slideLayouts/slideLayout99.xml"/><Relationship Id="rId37" Type="http://schemas.openxmlformats.org/officeDocument/2006/relationships/slideLayout" Target="../slideLayouts/slideLayout100.xml"/><Relationship Id="rId38" Type="http://schemas.openxmlformats.org/officeDocument/2006/relationships/slideLayout" Target="../slideLayouts/slideLayout101.xml"/><Relationship Id="rId39" Type="http://schemas.openxmlformats.org/officeDocument/2006/relationships/slideLayout" Target="../slideLayouts/slideLayout102.xml"/><Relationship Id="rId40" Type="http://schemas.openxmlformats.org/officeDocument/2006/relationships/slideLayout" Target="../slideLayouts/slideLayout103.xml"/><Relationship Id="rId41" Type="http://schemas.openxmlformats.org/officeDocument/2006/relationships/slideLayout" Target="../slideLayouts/slideLayout104.xml"/><Relationship Id="rId42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14.xml"/><Relationship Id="rId11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5.xml"/><Relationship Id="rId2" Type="http://schemas.openxmlformats.org/officeDocument/2006/relationships/slideLayout" Target="../slideLayouts/slideLayout116.xml"/><Relationship Id="rId3" Type="http://schemas.openxmlformats.org/officeDocument/2006/relationships/slideLayout" Target="../slideLayouts/slideLayout117.xml"/><Relationship Id="rId4" Type="http://schemas.openxmlformats.org/officeDocument/2006/relationships/slideLayout" Target="../slideLayouts/slideLayout118.xml"/><Relationship Id="rId5" Type="http://schemas.openxmlformats.org/officeDocument/2006/relationships/slideLayout" Target="../slideLayouts/slideLayout119.xml"/><Relationship Id="rId6" Type="http://schemas.openxmlformats.org/officeDocument/2006/relationships/slideLayout" Target="../slideLayouts/slideLayout120.xml"/><Relationship Id="rId7" Type="http://schemas.openxmlformats.org/officeDocument/2006/relationships/slideLayout" Target="../slideLayouts/slideLayout121.xml"/><Relationship Id="rId8" Type="http://schemas.openxmlformats.org/officeDocument/2006/relationships/slideLayout" Target="../slideLayouts/slideLayout122.xml"/><Relationship Id="rId9" Type="http://schemas.openxmlformats.org/officeDocument/2006/relationships/slideLayout" Target="../slideLayouts/slideLayout123.xml"/><Relationship Id="rId10" Type="http://schemas.openxmlformats.org/officeDocument/2006/relationships/slideLayout" Target="../slideLayouts/slideLayout124.xml"/><Relationship Id="rId11" Type="http://schemas.openxmlformats.org/officeDocument/2006/relationships/slideLayout" Target="../slideLayouts/slideLayout125.xml"/><Relationship Id="rId12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 hidden="1"/>
          <p:cNvGraphicFramePr>
            <a:graphicFrameLocks noChangeAspect="1"/>
          </p:cNvGraphicFramePr>
          <p:nvPr userDrawn="1">
            <p:custDataLst>
              <p:tags r:id="rId23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5" r:id="rId46" imgW="360" imgH="360" progId="TCLayout.ActiveDocument.1">
                  <p:embed/>
                </p:oleObj>
              </mc:Choice>
              <mc:Fallback>
                <p:oleObj r:id="rId46" imgW="360" imgH="360" progId="TCLayout.ActiveDocument.1">
                  <p:embed/>
                  <p:pic>
                    <p:nvPicPr>
                      <p:cNvPr id="1026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1028" name="SlideLogoText"/>
          <p:cNvSpPr txBox="1">
            <a:spLocks noChangeArrowheads="1"/>
          </p:cNvSpPr>
          <p:nvPr userDrawn="1">
            <p:custDataLst>
              <p:tags r:id="rId2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cxnSp>
        <p:nvCxnSpPr>
          <p:cNvPr id="106" name="BottomLine"/>
          <p:cNvCxnSpPr/>
          <p:nvPr userDrawn="1">
            <p:custDataLst>
              <p:tags r:id="rId26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/>
          <p:cNvCxnSpPr/>
          <p:nvPr userDrawn="1">
            <p:custDataLst>
              <p:tags r:id="rId27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1" name="4. Footnote" hidden="1"/>
          <p:cNvSpPr txBox="1">
            <a:spLocks noChangeArrowheads="1"/>
          </p:cNvSpPr>
          <p:nvPr userDrawn="1">
            <p:custDataLst>
              <p:tags r:id="rId28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Footnotes</a:t>
            </a:r>
          </a:p>
        </p:txBody>
      </p:sp>
      <p:sp>
        <p:nvSpPr>
          <p:cNvPr id="1032" name="2. Slide Title"/>
          <p:cNvSpPr>
            <a:spLocks noGrp="1" noChangeArrowheads="1"/>
          </p:cNvSpPr>
          <p:nvPr>
            <p:ph type="title" idx="4294967295"/>
            <p:custDataLst>
              <p:tags r:id="rId29"/>
            </p:custDataLst>
          </p:nvPr>
        </p:nvSpPr>
        <p:spPr bwMode="auto">
          <a:xfrm>
            <a:off x="415529" y="266700"/>
            <a:ext cx="8312944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33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15529" y="1628775"/>
            <a:ext cx="8312944" cy="1893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grpSp>
        <p:nvGrpSpPr>
          <p:cNvPr id="1034" name="Grid" hidden="1"/>
          <p:cNvGrpSpPr>
            <a:grpSpLocks/>
          </p:cNvGrpSpPr>
          <p:nvPr userDrawn="1">
            <p:custDataLst>
              <p:tags r:id="rId30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60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61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4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5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6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7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8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9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0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1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2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3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4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5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6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7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8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9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0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1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2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3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4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5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6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7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98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118" name="Straight Connector 145"/>
            <p:cNvCxnSpPr>
              <a:cxnSpLocks noChangeShapeType="1"/>
            </p:cNvCxnSpPr>
            <p:nvPr userDrawn="1"/>
          </p:nvCxn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19" name="Straight Connector 146"/>
            <p:cNvCxnSpPr>
              <a:cxnSpLocks noChangeShapeType="1"/>
            </p:cNvCxnSpPr>
            <p:nvPr userDrawn="1"/>
          </p:nvCxn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20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188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9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0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1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2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26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27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28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29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30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</p:grpSp>
      <p:grpSp>
        <p:nvGrpSpPr>
          <p:cNvPr id="1131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132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33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34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35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36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grpSp>
          <p:nvGrpSpPr>
            <p:cNvPr id="1137" name="MoonLegend1"/>
            <p:cNvGrpSpPr>
              <a:grpSpLocks noChangeAspect="1"/>
            </p:cNvGrpSpPr>
            <p:nvPr>
              <p:custDataLst>
                <p:tags r:id="rId31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/>
              <p:cNvSpPr/>
              <p:nvPr>
                <p:custDataLst>
                  <p:tags r:id="rId44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68" name="Arc 167" hidden="1"/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40" name="MoonLegend2"/>
            <p:cNvGrpSpPr>
              <a:grpSpLocks noChangeAspect="1"/>
            </p:cNvGrpSpPr>
            <p:nvPr>
              <p:custDataLst>
                <p:tags r:id="rId32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/>
              <p:cNvSpPr/>
              <p:nvPr>
                <p:custDataLst>
                  <p:tags r:id="rId42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66" name="Arc 165"/>
              <p:cNvSpPr/>
              <p:nvPr>
                <p:custDataLst>
                  <p:tags r:id="rId43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43" name="MoonLegend3"/>
            <p:cNvGrpSpPr>
              <a:grpSpLocks noChangeAspect="1"/>
            </p:cNvGrpSpPr>
            <p:nvPr>
              <p:custDataLst>
                <p:tags r:id="rId33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/>
              <p:cNvSpPr/>
              <p:nvPr>
                <p:custDataLst>
                  <p:tags r:id="rId40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64" name="Arc 163"/>
              <p:cNvSpPr/>
              <p:nvPr>
                <p:custDataLst>
                  <p:tags r:id="rId41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46" name="MoonLegend4"/>
            <p:cNvGrpSpPr>
              <a:grpSpLocks noChangeAspect="1"/>
            </p:cNvGrpSpPr>
            <p:nvPr>
              <p:custDataLst>
                <p:tags r:id="rId34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/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62" name="Arc 161"/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49" name="MoonLegend5"/>
            <p:cNvGrpSpPr>
              <a:grpSpLocks noChangeAspect="1"/>
            </p:cNvGrpSpPr>
            <p:nvPr>
              <p:custDataLst>
                <p:tags r:id="rId35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/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60" name="Arc 159"/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52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70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marL="0" marR="0" lvl="0" indent="0" algn="l" defTabSz="89535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sz="675" b="1" i="0" u="none" strike="noStrike" kern="1200" cap="none" spc="38" normalizeH="0" baseline="0" noProof="1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Sticker</a:t>
              </a:r>
              <a:endParaRPr kumimoji="0" lang="en-US" sz="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154" name="StickerUnderline"/>
            <p:cNvCxnSpPr>
              <a:cxnSpLocks noChangeShapeType="1"/>
              <a:stCxn id="170" idx="4"/>
              <a:endCxn id="170" idx="6"/>
            </p:cNvCxnSpPr>
            <p:nvPr/>
          </p:nvCxn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55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156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57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58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59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60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61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0587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  <p:sldLayoutId id="2147483730" r:id="rId18"/>
    <p:sldLayoutId id="2147483731" r:id="rId19"/>
    <p:sldLayoutId id="2147483732" r:id="rId20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1875" b="1" kern="1200">
          <a:ln w="6350" cap="flat">
            <a:noFill/>
            <a:miter lim="800000"/>
          </a:ln>
          <a:solidFill>
            <a:schemeClr val="bg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9pPr>
    </p:titleStyle>
    <p:bodyStyle>
      <a:lvl1pPr algn="l" rtl="0" fontAlgn="base">
        <a:spcBef>
          <a:spcPts val="225"/>
        </a:spcBef>
        <a:spcAft>
          <a:spcPts val="225"/>
        </a:spcAft>
        <a:buFont typeface="Segoe UI" panose="020B0502040204020203" pitchFamily="34" charset="0"/>
        <a:buChar char="​"/>
        <a:defRPr sz="1200" kern="1200">
          <a:solidFill>
            <a:schemeClr val="bg2"/>
          </a:solidFill>
          <a:latin typeface="+mn-lt"/>
          <a:ea typeface="+mn-ea"/>
          <a:cs typeface="Arial" panose="020B0704020202020204" pitchFamily="34" charset="0"/>
        </a:defRPr>
      </a:lvl1pPr>
      <a:lvl2pPr marL="171450" indent="-169069" algn="l" rtl="0" fontAlgn="base">
        <a:spcBef>
          <a:spcPct val="0"/>
        </a:spcBef>
        <a:spcAft>
          <a:spcPts val="225"/>
        </a:spcAft>
        <a:buFont typeface="Wingdings" panose="05000000000000000000" pitchFamily="2" charset="2"/>
        <a:buChar char=""/>
        <a:defRPr sz="1200" kern="1200">
          <a:solidFill>
            <a:schemeClr val="bg2"/>
          </a:solidFill>
          <a:latin typeface="+mn-lt"/>
          <a:ea typeface="+mn-ea"/>
          <a:cs typeface="Arial" panose="020B0704020202020204" pitchFamily="34" charset="0"/>
        </a:defRPr>
      </a:lvl2pPr>
      <a:lvl3pPr marL="386954" indent="-215504" algn="l" rtl="0" fontAlgn="base">
        <a:spcBef>
          <a:spcPct val="0"/>
        </a:spcBef>
        <a:spcAft>
          <a:spcPts val="225"/>
        </a:spcAft>
        <a:buFont typeface="Arial" panose="020B0604020202020204" pitchFamily="34" charset="0"/>
        <a:buChar char="—"/>
        <a:defRPr sz="1200" kern="1200">
          <a:solidFill>
            <a:schemeClr val="bg2"/>
          </a:solidFill>
          <a:latin typeface="+mn-lt"/>
          <a:ea typeface="+mn-ea"/>
          <a:cs typeface="Arial" panose="020B0704020202020204" pitchFamily="34" charset="0"/>
        </a:defRPr>
      </a:lvl3pPr>
      <a:lvl4pPr marL="557213" indent="-136922" algn="l" rtl="0" fontAlgn="base">
        <a:spcBef>
          <a:spcPct val="0"/>
        </a:spcBef>
        <a:spcAft>
          <a:spcPts val="225"/>
        </a:spcAft>
        <a:buFont typeface="Arial" panose="020B0604020202020204" pitchFamily="34" charset="0"/>
        <a:buChar char="»"/>
        <a:defRPr sz="1200" kern="1200">
          <a:solidFill>
            <a:schemeClr val="bg2"/>
          </a:solidFill>
          <a:latin typeface="+mn-lt"/>
          <a:ea typeface="+mn-ea"/>
          <a:cs typeface="Arial" panose="020B0704020202020204" pitchFamily="34" charset="0"/>
        </a:defRPr>
      </a:lvl4pPr>
      <a:lvl5pPr marL="685800" indent="-102394" algn="l" rtl="0" fontAlgn="base">
        <a:spcBef>
          <a:spcPct val="0"/>
        </a:spcBef>
        <a:spcAft>
          <a:spcPts val="225"/>
        </a:spcAft>
        <a:buSzPct val="100000"/>
        <a:buFont typeface="Arial" panose="020B0604020202020204" pitchFamily="34" charset="0"/>
        <a:buChar char="›"/>
        <a:defRPr sz="1200" kern="1200">
          <a:solidFill>
            <a:schemeClr val="bg2"/>
          </a:solidFill>
          <a:latin typeface="+mn-lt"/>
          <a:ea typeface="+mn-ea"/>
          <a:cs typeface="Arial" panose="020B0704020202020204" pitchFamily="34" charset="0"/>
        </a:defRPr>
      </a:lvl5pPr>
      <a:lvl6pPr marL="814388" indent="-128588" algn="l" defTabSz="685800" rtl="0" eaLnBrk="1" latinLnBrk="0" hangingPunct="1">
        <a:lnSpc>
          <a:spcPct val="100000"/>
        </a:lnSpc>
        <a:spcBef>
          <a:spcPts val="0"/>
        </a:spcBef>
        <a:spcAft>
          <a:spcPts val="225"/>
        </a:spcAft>
        <a:buSzPct val="100000"/>
        <a:buFont typeface="Arial" panose="020B0704020202020204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Arial" panose="020B0704020202020204" pitchFamily="34" charset="0"/>
        </a:defRPr>
      </a:lvl6pPr>
      <a:lvl7pPr marL="814388" indent="-128588" algn="l" defTabSz="685800" rtl="0" eaLnBrk="1" latinLnBrk="0" hangingPunct="1">
        <a:lnSpc>
          <a:spcPct val="100000"/>
        </a:lnSpc>
        <a:spcBef>
          <a:spcPts val="0"/>
        </a:spcBef>
        <a:spcAft>
          <a:spcPts val="225"/>
        </a:spcAft>
        <a:buSzPct val="100000"/>
        <a:buFont typeface="Arial" panose="020B0704020202020204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Arial" panose="020B0704020202020204" pitchFamily="34" charset="0"/>
        </a:defRPr>
      </a:lvl7pPr>
      <a:lvl8pPr marL="814388" indent="-128588" algn="l" defTabSz="685800" rtl="0" eaLnBrk="1" latinLnBrk="0" hangingPunct="1">
        <a:lnSpc>
          <a:spcPct val="100000"/>
        </a:lnSpc>
        <a:spcBef>
          <a:spcPts val="0"/>
        </a:spcBef>
        <a:spcAft>
          <a:spcPts val="225"/>
        </a:spcAft>
        <a:buSzPct val="100000"/>
        <a:buFont typeface="Arial" panose="020B0704020202020204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Arial" panose="020B0704020202020204" pitchFamily="34" charset="0"/>
        </a:defRPr>
      </a:lvl8pPr>
      <a:lvl9pPr marL="814388" indent="-128588" algn="l" defTabSz="685800" rtl="0" eaLnBrk="1" latinLnBrk="0" hangingPunct="1">
        <a:lnSpc>
          <a:spcPct val="100000"/>
        </a:lnSpc>
        <a:spcBef>
          <a:spcPts val="0"/>
        </a:spcBef>
        <a:spcAft>
          <a:spcPts val="225"/>
        </a:spcAft>
        <a:buSzPct val="100000"/>
        <a:buFont typeface="Arial" panose="020B0704020202020204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Arial" panose="020B0704020202020204" pitchFamily="34" charset="0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2462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10144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 hidden="1"/>
          <p:cNvGraphicFramePr>
            <a:graphicFrameLocks noChangeAspect="1"/>
          </p:cNvGraphicFramePr>
          <p:nvPr userDrawn="1">
            <p:custDataLst>
              <p:tags r:id="rId23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91" r:id="rId46" imgW="360" imgH="360" progId="TCLayout.ActiveDocument.1">
                  <p:embed/>
                </p:oleObj>
              </mc:Choice>
              <mc:Fallback>
                <p:oleObj r:id="rId46" imgW="360" imgH="360" progId="TCLayout.ActiveDocument.1">
                  <p:embed/>
                  <p:pic>
                    <p:nvPicPr>
                      <p:cNvPr id="1026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1028" name="SlideLogoText"/>
          <p:cNvSpPr txBox="1">
            <a:spLocks noChangeArrowheads="1"/>
          </p:cNvSpPr>
          <p:nvPr userDrawn="1">
            <p:custDataLst>
              <p:tags r:id="rId2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106" name="BottomLine"/>
          <p:cNvCxnSpPr/>
          <p:nvPr userDrawn="1">
            <p:custDataLst>
              <p:tags r:id="rId26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/>
          <p:cNvCxnSpPr/>
          <p:nvPr userDrawn="1">
            <p:custDataLst>
              <p:tags r:id="rId27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1" name="4. Footnote" hidden="1"/>
          <p:cNvSpPr txBox="1">
            <a:spLocks noChangeArrowheads="1"/>
          </p:cNvSpPr>
          <p:nvPr userDrawn="1">
            <p:custDataLst>
              <p:tags r:id="rId28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sp>
        <p:nvSpPr>
          <p:cNvPr id="1032" name="2. Slide Title"/>
          <p:cNvSpPr>
            <a:spLocks noGrp="1" noChangeArrowheads="1"/>
          </p:cNvSpPr>
          <p:nvPr>
            <p:ph type="title" idx="4294967295"/>
            <p:custDataLst>
              <p:tags r:id="rId29"/>
            </p:custDataLst>
          </p:nvPr>
        </p:nvSpPr>
        <p:spPr bwMode="auto">
          <a:xfrm>
            <a:off x="415529" y="266700"/>
            <a:ext cx="8312944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33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15529" y="1628775"/>
            <a:ext cx="8312944" cy="1893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grpSp>
        <p:nvGrpSpPr>
          <p:cNvPr id="1034" name="Grid" hidden="1"/>
          <p:cNvGrpSpPr>
            <a:grpSpLocks/>
          </p:cNvGrpSpPr>
          <p:nvPr userDrawn="1">
            <p:custDataLst>
              <p:tags r:id="rId30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60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61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74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75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76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77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78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79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80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81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82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83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84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85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86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87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88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89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90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91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92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93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94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95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96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97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98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cxnSp>
          <p:nvCxnSpPr>
            <p:cNvPr id="1118" name="Straight Connector 145"/>
            <p:cNvCxnSpPr>
              <a:cxnSpLocks noChangeShapeType="1"/>
            </p:cNvCxnSpPr>
            <p:nvPr userDrawn="1"/>
          </p:nvCxn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19" name="Straight Connector 146"/>
            <p:cNvCxnSpPr>
              <a:cxnSpLocks noChangeShapeType="1"/>
            </p:cNvCxnSpPr>
            <p:nvPr userDrawn="1"/>
          </p:nvCxn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20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188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126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7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8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9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0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131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132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3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4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5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6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37" name="MoonLegend1"/>
            <p:cNvGrpSpPr>
              <a:grpSpLocks noChangeAspect="1"/>
            </p:cNvGrpSpPr>
            <p:nvPr>
              <p:custDataLst>
                <p:tags r:id="rId31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/>
              <p:cNvSpPr/>
              <p:nvPr>
                <p:custDataLst>
                  <p:tags r:id="rId44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/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40" name="MoonLegend2"/>
            <p:cNvGrpSpPr>
              <a:grpSpLocks noChangeAspect="1"/>
            </p:cNvGrpSpPr>
            <p:nvPr>
              <p:custDataLst>
                <p:tags r:id="rId32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/>
              <p:cNvSpPr/>
              <p:nvPr>
                <p:custDataLst>
                  <p:tags r:id="rId42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/>
              <p:cNvSpPr/>
              <p:nvPr>
                <p:custDataLst>
                  <p:tags r:id="rId43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43" name="MoonLegend3"/>
            <p:cNvGrpSpPr>
              <a:grpSpLocks noChangeAspect="1"/>
            </p:cNvGrpSpPr>
            <p:nvPr>
              <p:custDataLst>
                <p:tags r:id="rId33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/>
              <p:cNvSpPr/>
              <p:nvPr>
                <p:custDataLst>
                  <p:tags r:id="rId40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/>
              <p:cNvSpPr/>
              <p:nvPr>
                <p:custDataLst>
                  <p:tags r:id="rId41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46" name="MoonLegend4"/>
            <p:cNvGrpSpPr>
              <a:grpSpLocks noChangeAspect="1"/>
            </p:cNvGrpSpPr>
            <p:nvPr>
              <p:custDataLst>
                <p:tags r:id="rId34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/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/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49" name="MoonLegend5"/>
            <p:cNvGrpSpPr>
              <a:grpSpLocks noChangeAspect="1"/>
            </p:cNvGrpSpPr>
            <p:nvPr>
              <p:custDataLst>
                <p:tags r:id="rId35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/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/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152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70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cxnSp>
          <p:nvCxnSpPr>
            <p:cNvPr id="1154" name="StickerUnderline"/>
            <p:cNvCxnSpPr>
              <a:cxnSpLocks noChangeShapeType="1"/>
              <a:stCxn id="170" idx="4"/>
              <a:endCxn id="170" idx="6"/>
            </p:cNvCxnSpPr>
            <p:nvPr/>
          </p:nvCxn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55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156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57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58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59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160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161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708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  <p:sldLayoutId id="2147483837" r:id="rId2"/>
    <p:sldLayoutId id="2147483838" r:id="rId3"/>
    <p:sldLayoutId id="2147483839" r:id="rId4"/>
    <p:sldLayoutId id="2147483840" r:id="rId5"/>
    <p:sldLayoutId id="2147483841" r:id="rId6"/>
    <p:sldLayoutId id="2147483842" r:id="rId7"/>
    <p:sldLayoutId id="2147483843" r:id="rId8"/>
    <p:sldLayoutId id="2147483844" r:id="rId9"/>
    <p:sldLayoutId id="2147483845" r:id="rId10"/>
    <p:sldLayoutId id="2147483846" r:id="rId11"/>
    <p:sldLayoutId id="2147483847" r:id="rId12"/>
    <p:sldLayoutId id="2147483848" r:id="rId13"/>
    <p:sldLayoutId id="2147483849" r:id="rId14"/>
    <p:sldLayoutId id="2147483850" r:id="rId15"/>
    <p:sldLayoutId id="2147483851" r:id="rId16"/>
    <p:sldLayoutId id="2147483852" r:id="rId17"/>
    <p:sldLayoutId id="2147483853" r:id="rId18"/>
    <p:sldLayoutId id="2147483854" r:id="rId19"/>
    <p:sldLayoutId id="2147483855" r:id="rId20"/>
  </p:sldLayoutIdLst>
  <p:txStyles>
    <p:titleStyle>
      <a:lvl1pPr algn="l" rtl="0" fontAlgn="base">
        <a:spcBef>
          <a:spcPct val="0"/>
        </a:spcBef>
        <a:spcAft>
          <a:spcPct val="0"/>
        </a:spcAft>
        <a:defRPr sz="1875" b="1" kern="1200">
          <a:ln w="6350" cap="flat">
            <a:noFill/>
            <a:miter lim="800000"/>
          </a:ln>
          <a:solidFill>
            <a:schemeClr val="bg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9pPr>
    </p:titleStyle>
    <p:bodyStyle>
      <a:lvl1pPr algn="l" rtl="0" fontAlgn="base">
        <a:spcBef>
          <a:spcPts val="225"/>
        </a:spcBef>
        <a:spcAft>
          <a:spcPts val="225"/>
        </a:spcAft>
        <a:buFont typeface="Segoe UI" panose="020B0502040204020203" pitchFamily="34" charset="0"/>
        <a:buChar char="​"/>
        <a:defRPr sz="1200" kern="1200">
          <a:solidFill>
            <a:schemeClr val="bg2"/>
          </a:solidFill>
          <a:latin typeface="+mn-lt"/>
          <a:ea typeface="+mn-ea"/>
          <a:cs typeface="Arial" panose="020B0704020202020204" pitchFamily="34" charset="0"/>
        </a:defRPr>
      </a:lvl1pPr>
      <a:lvl2pPr marL="171450" indent="-169069" algn="l" rtl="0" fontAlgn="base">
        <a:spcBef>
          <a:spcPct val="0"/>
        </a:spcBef>
        <a:spcAft>
          <a:spcPts val="225"/>
        </a:spcAft>
        <a:buFont typeface="Wingdings" panose="05000000000000000000" pitchFamily="2" charset="2"/>
        <a:buChar char=""/>
        <a:defRPr sz="1200" kern="1200">
          <a:solidFill>
            <a:schemeClr val="bg2"/>
          </a:solidFill>
          <a:latin typeface="+mn-lt"/>
          <a:ea typeface="+mn-ea"/>
          <a:cs typeface="Arial" panose="020B0704020202020204" pitchFamily="34" charset="0"/>
        </a:defRPr>
      </a:lvl2pPr>
      <a:lvl3pPr marL="386954" indent="-215504" algn="l" rtl="0" fontAlgn="base">
        <a:spcBef>
          <a:spcPct val="0"/>
        </a:spcBef>
        <a:spcAft>
          <a:spcPts val="225"/>
        </a:spcAft>
        <a:buFont typeface="Arial" panose="020B0604020202020204" pitchFamily="34" charset="0"/>
        <a:buChar char="—"/>
        <a:defRPr sz="1200" kern="1200">
          <a:solidFill>
            <a:schemeClr val="bg2"/>
          </a:solidFill>
          <a:latin typeface="+mn-lt"/>
          <a:ea typeface="+mn-ea"/>
          <a:cs typeface="Arial" panose="020B0704020202020204" pitchFamily="34" charset="0"/>
        </a:defRPr>
      </a:lvl3pPr>
      <a:lvl4pPr marL="557213" indent="-136922" algn="l" rtl="0" fontAlgn="base">
        <a:spcBef>
          <a:spcPct val="0"/>
        </a:spcBef>
        <a:spcAft>
          <a:spcPts val="225"/>
        </a:spcAft>
        <a:buFont typeface="Arial" panose="020B0604020202020204" pitchFamily="34" charset="0"/>
        <a:buChar char="»"/>
        <a:defRPr sz="1200" kern="1200">
          <a:solidFill>
            <a:schemeClr val="bg2"/>
          </a:solidFill>
          <a:latin typeface="+mn-lt"/>
          <a:ea typeface="+mn-ea"/>
          <a:cs typeface="Arial" panose="020B0704020202020204" pitchFamily="34" charset="0"/>
        </a:defRPr>
      </a:lvl4pPr>
      <a:lvl5pPr marL="685800" indent="-102394" algn="l" rtl="0" fontAlgn="base">
        <a:spcBef>
          <a:spcPct val="0"/>
        </a:spcBef>
        <a:spcAft>
          <a:spcPts val="225"/>
        </a:spcAft>
        <a:buSzPct val="100000"/>
        <a:buFont typeface="Arial" panose="020B0604020202020204" pitchFamily="34" charset="0"/>
        <a:buChar char="›"/>
        <a:defRPr sz="1200" kern="1200">
          <a:solidFill>
            <a:schemeClr val="bg2"/>
          </a:solidFill>
          <a:latin typeface="+mn-lt"/>
          <a:ea typeface="+mn-ea"/>
          <a:cs typeface="Arial" panose="020B0704020202020204" pitchFamily="34" charset="0"/>
        </a:defRPr>
      </a:lvl5pPr>
      <a:lvl6pPr marL="814388" indent="-128588" algn="l" defTabSz="685800" rtl="0" eaLnBrk="1" latinLnBrk="0" hangingPunct="1">
        <a:lnSpc>
          <a:spcPct val="100000"/>
        </a:lnSpc>
        <a:spcBef>
          <a:spcPts val="0"/>
        </a:spcBef>
        <a:spcAft>
          <a:spcPts val="225"/>
        </a:spcAft>
        <a:buSzPct val="100000"/>
        <a:buFont typeface="Arial" panose="020B0704020202020204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Arial" panose="020B0704020202020204" pitchFamily="34" charset="0"/>
        </a:defRPr>
      </a:lvl6pPr>
      <a:lvl7pPr marL="814388" indent="-128588" algn="l" defTabSz="685800" rtl="0" eaLnBrk="1" latinLnBrk="0" hangingPunct="1">
        <a:lnSpc>
          <a:spcPct val="100000"/>
        </a:lnSpc>
        <a:spcBef>
          <a:spcPts val="0"/>
        </a:spcBef>
        <a:spcAft>
          <a:spcPts val="225"/>
        </a:spcAft>
        <a:buSzPct val="100000"/>
        <a:buFont typeface="Arial" panose="020B0704020202020204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Arial" panose="020B0704020202020204" pitchFamily="34" charset="0"/>
        </a:defRPr>
      </a:lvl7pPr>
      <a:lvl8pPr marL="814388" indent="-128588" algn="l" defTabSz="685800" rtl="0" eaLnBrk="1" latinLnBrk="0" hangingPunct="1">
        <a:lnSpc>
          <a:spcPct val="100000"/>
        </a:lnSpc>
        <a:spcBef>
          <a:spcPts val="0"/>
        </a:spcBef>
        <a:spcAft>
          <a:spcPts val="225"/>
        </a:spcAft>
        <a:buSzPct val="100000"/>
        <a:buFont typeface="Arial" panose="020B0704020202020204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Arial" panose="020B0704020202020204" pitchFamily="34" charset="0"/>
        </a:defRPr>
      </a:lvl8pPr>
      <a:lvl9pPr marL="814388" indent="-128588" algn="l" defTabSz="685800" rtl="0" eaLnBrk="1" latinLnBrk="0" hangingPunct="1">
        <a:lnSpc>
          <a:spcPct val="100000"/>
        </a:lnSpc>
        <a:spcBef>
          <a:spcPts val="0"/>
        </a:spcBef>
        <a:spcAft>
          <a:spcPts val="225"/>
        </a:spcAft>
        <a:buSzPct val="100000"/>
        <a:buFont typeface="Arial" panose="020B0704020202020204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Arial" panose="020B0704020202020204" pitchFamily="34" charset="0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20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577"/>
            <a:endParaRPr lang="zh-CN" altLang="en-US">
              <a:solidFill>
                <a:srgbClr val="003669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577"/>
            <a:endParaRPr lang="zh-CN" altLang="en-US">
              <a:solidFill>
                <a:srgbClr val="003669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577"/>
            <a:fld id="{49AE70B2-8BF9-45C0-BB95-33D1B9D3A854}" type="slidenum">
              <a:rPr lang="zh-CN" altLang="en-US" smtClean="0">
                <a:solidFill>
                  <a:srgbClr val="003669">
                    <a:tint val="75000"/>
                  </a:srgbClr>
                </a:solidFill>
              </a:rPr>
              <a:pPr defTabSz="685577"/>
              <a:t>‹#›</a:t>
            </a:fld>
            <a:endParaRPr lang="zh-CN" altLang="en-US">
              <a:solidFill>
                <a:srgbClr val="00366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3641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  <p:sldLayoutId id="2147483903" r:id="rId2"/>
    <p:sldLayoutId id="2147483904" r:id="rId3"/>
  </p:sldLayoutIdLst>
  <p:hf hdr="0" ftr="0" dt="0"/>
  <p:txStyles>
    <p:titleStyle>
      <a:lvl1pPr algn="l" defTabSz="685560" rtl="0" eaLnBrk="1" latinLnBrk="0" hangingPunct="1">
        <a:lnSpc>
          <a:spcPct val="90000"/>
        </a:lnSpc>
        <a:spcBef>
          <a:spcPct val="0"/>
        </a:spcBef>
        <a:buNone/>
        <a:defRPr sz="3299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171390" indent="-171390" algn="l" defTabSz="68556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099" kern="1200">
          <a:solidFill>
            <a:schemeClr val="tx1"/>
          </a:solidFill>
          <a:latin typeface="+mn-lt"/>
          <a:ea typeface="+mn-ea"/>
          <a:cs typeface="+mn-cs"/>
        </a:defRPr>
      </a:lvl1pPr>
      <a:lvl2pPr marL="514170" indent="-171390" algn="l" defTabSz="68556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856949" indent="-171390" algn="l" defTabSz="68556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99" kern="1200">
          <a:solidFill>
            <a:schemeClr val="tx1"/>
          </a:solidFill>
          <a:latin typeface="+mn-lt"/>
          <a:ea typeface="+mn-ea"/>
          <a:cs typeface="+mn-cs"/>
        </a:defRPr>
      </a:lvl3pPr>
      <a:lvl4pPr marL="1199730" indent="-171390" algn="l" defTabSz="68556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49" kern="1200">
          <a:solidFill>
            <a:schemeClr val="tx1"/>
          </a:solidFill>
          <a:latin typeface="+mn-lt"/>
          <a:ea typeface="+mn-ea"/>
          <a:cs typeface="+mn-cs"/>
        </a:defRPr>
      </a:lvl4pPr>
      <a:lvl5pPr marL="1542511" indent="-171390" algn="l" defTabSz="68556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49" kern="1200">
          <a:solidFill>
            <a:schemeClr val="tx1"/>
          </a:solidFill>
          <a:latin typeface="+mn-lt"/>
          <a:ea typeface="+mn-ea"/>
          <a:cs typeface="+mn-cs"/>
        </a:defRPr>
      </a:lvl5pPr>
      <a:lvl6pPr marL="1885290" indent="-171390" algn="l" defTabSz="68556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49" kern="1200">
          <a:solidFill>
            <a:schemeClr val="tx1"/>
          </a:solidFill>
          <a:latin typeface="+mn-lt"/>
          <a:ea typeface="+mn-ea"/>
          <a:cs typeface="+mn-cs"/>
        </a:defRPr>
      </a:lvl6pPr>
      <a:lvl7pPr marL="2228071" indent="-171390" algn="l" defTabSz="68556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49" kern="1200">
          <a:solidFill>
            <a:schemeClr val="tx1"/>
          </a:solidFill>
          <a:latin typeface="+mn-lt"/>
          <a:ea typeface="+mn-ea"/>
          <a:cs typeface="+mn-cs"/>
        </a:defRPr>
      </a:lvl7pPr>
      <a:lvl8pPr marL="2570850" indent="-171390" algn="l" defTabSz="68556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49" kern="1200">
          <a:solidFill>
            <a:schemeClr val="tx1"/>
          </a:solidFill>
          <a:latin typeface="+mn-lt"/>
          <a:ea typeface="+mn-ea"/>
          <a:cs typeface="+mn-cs"/>
        </a:defRPr>
      </a:lvl8pPr>
      <a:lvl9pPr marL="2913630" indent="-171390" algn="l" defTabSz="68556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4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560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1pPr>
      <a:lvl2pPr marL="342781" algn="l" defTabSz="685560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2pPr>
      <a:lvl3pPr marL="685560" algn="l" defTabSz="685560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3pPr>
      <a:lvl4pPr marL="1028341" algn="l" defTabSz="685560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4pPr>
      <a:lvl5pPr marL="1371120" algn="l" defTabSz="685560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5pPr>
      <a:lvl6pPr marL="1713900" algn="l" defTabSz="685560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6pPr>
      <a:lvl7pPr marL="2056679" algn="l" defTabSz="685560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7pPr>
      <a:lvl8pPr marL="2399460" algn="l" defTabSz="685560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8pPr>
      <a:lvl9pPr marL="2742241" algn="l" defTabSz="685560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1692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20" r:id="rId13"/>
    <p:sldLayoutId id="2147483921" r:id="rId14"/>
    <p:sldLayoutId id="2147483922" r:id="rId15"/>
    <p:sldLayoutId id="2147483923" r:id="rId16"/>
    <p:sldLayoutId id="2147483924" r:id="rId17"/>
    <p:sldLayoutId id="2147483925" r:id="rId18"/>
    <p:sldLayoutId id="2147483926" r:id="rId19"/>
    <p:sldLayoutId id="2147483927" r:id="rId20"/>
    <p:sldLayoutId id="2147483928" r:id="rId21"/>
    <p:sldLayoutId id="2147483929" r:id="rId22"/>
    <p:sldLayoutId id="2147483930" r:id="rId23"/>
    <p:sldLayoutId id="2147483931" r:id="rId24"/>
    <p:sldLayoutId id="2147483932" r:id="rId25"/>
    <p:sldLayoutId id="2147483933" r:id="rId26"/>
    <p:sldLayoutId id="2147483934" r:id="rId27"/>
    <p:sldLayoutId id="2147483935" r:id="rId28"/>
    <p:sldLayoutId id="2147483936" r:id="rId29"/>
    <p:sldLayoutId id="2147483937" r:id="rId30"/>
    <p:sldLayoutId id="2147483938" r:id="rId31"/>
    <p:sldLayoutId id="2147483939" r:id="rId32"/>
    <p:sldLayoutId id="2147483940" r:id="rId33"/>
    <p:sldLayoutId id="2147483941" r:id="rId34"/>
    <p:sldLayoutId id="2147483942" r:id="rId35"/>
    <p:sldLayoutId id="2147483943" r:id="rId36"/>
    <p:sldLayoutId id="2147483944" r:id="rId37"/>
    <p:sldLayoutId id="2147483945" r:id="rId38"/>
    <p:sldLayoutId id="2147483946" r:id="rId39"/>
    <p:sldLayoutId id="2147483947" r:id="rId40"/>
    <p:sldLayoutId id="2147483948" r:id="rId4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3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5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2196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0" r:id="rId1"/>
    <p:sldLayoutId id="2147483951" r:id="rId2"/>
    <p:sldLayoutId id="2147483952" r:id="rId3"/>
    <p:sldLayoutId id="2147483953" r:id="rId4"/>
    <p:sldLayoutId id="2147483954" r:id="rId5"/>
    <p:sldLayoutId id="2147483955" r:id="rId6"/>
    <p:sldLayoutId id="2147483956" r:id="rId7"/>
    <p:sldLayoutId id="2147483957" r:id="rId8"/>
    <p:sldLayoutId id="2147483958" r:id="rId9"/>
    <p:sldLayoutId id="2147483959" r:id="rId10"/>
  </p:sldLayoutIdLst>
  <p:hf hdr="0" ftr="0" dt="0"/>
  <p:txStyles>
    <p:titleStyle>
      <a:lvl1pPr algn="l" defTabSz="685783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46" indent="-171446" algn="l" defTabSz="685783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37" indent="-171446" algn="l" defTabSz="685783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6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28" indent="-171446" algn="l" defTabSz="685783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20" indent="-171446" algn="l" defTabSz="685783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12" indent="-171446" algn="l" defTabSz="685783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368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3963" r:id="rId2"/>
    <p:sldLayoutId id="2147483964" r:id="rId3"/>
    <p:sldLayoutId id="2147483965" r:id="rId4"/>
    <p:sldLayoutId id="2147483966" r:id="rId5"/>
    <p:sldLayoutId id="2147483967" r:id="rId6"/>
    <p:sldLayoutId id="2147483968" r:id="rId7"/>
    <p:sldLayoutId id="2147483969" r:id="rId8"/>
    <p:sldLayoutId id="2147483970" r:id="rId9"/>
    <p:sldLayoutId id="2147483971" r:id="rId10"/>
    <p:sldLayoutId id="2147483972" r:id="rId11"/>
  </p:sldLayoutIdLst>
  <p:hf hdr="0" ft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3095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ctr" defTabSz="3095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4" name="TextBox 5">
            <a:extLst>
              <a:ext uri="{FF2B5EF4-FFF2-40B4-BE49-F238E27FC236}">
                <a16:creationId xmlns:a16="http://schemas.microsoft.com/office/drawing/2014/main" id="{04DC71A8-0495-8648-876E-689563A09E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082" y="208479"/>
            <a:ext cx="6077956" cy="403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 marL="0" marR="0" lvl="0" indent="0" algn="r" defTabSz="3095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36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Capacity</a:t>
            </a:r>
            <a:r>
              <a:rPr kumimoji="0" lang="en-US" altLang="zh-CN" sz="2025" b="1" i="0" u="none" strike="noStrike" kern="1200" cap="none" spc="0" normalizeH="0" noProof="0" dirty="0" smtClean="0">
                <a:ln>
                  <a:noFill/>
                </a:ln>
                <a:solidFill>
                  <a:srgbClr val="0036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altLang="zh-CN" sz="2025" b="1" dirty="0" smtClean="0">
                <a:solidFill>
                  <a:srgbClr val="0036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Construction of the </a:t>
            </a:r>
            <a:r>
              <a:rPr kumimoji="0" lang="en-US" altLang="zh-CN" sz="20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36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Sandwich Site</a:t>
            </a:r>
            <a:endParaRPr kumimoji="0" lang="zh-CN" altLang="en-US" sz="2025" b="1" i="0" u="none" strike="noStrike" kern="1200" cap="none" spc="0" normalizeH="0" baseline="0" noProof="0" dirty="0">
              <a:ln>
                <a:noFill/>
              </a:ln>
              <a:solidFill>
                <a:srgbClr val="0036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54390" y="1033929"/>
            <a:ext cx="2192651" cy="51025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263A7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B902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263A7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kumimoji="0" lang="en-US" altLang="zh-CN" sz="1050" b="1" i="0" u="none" strike="noStrike" kern="1200" cap="none" spc="0" normalizeH="0" baseline="0" noProof="0" dirty="0" smtClean="0">
                <a:ln>
                  <a:noFill/>
                </a:ln>
                <a:solidFill>
                  <a:srgbClr val="3263A7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Enhancement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3263A7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2332642" y="1033929"/>
            <a:ext cx="2192651" cy="51025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263A7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B902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263A7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kumimoji="0" lang="en-US" altLang="zh-CN" sz="1050" b="1" i="0" u="none" strike="noStrike" kern="1200" cap="none" spc="0" normalizeH="0" baseline="0" noProof="0" dirty="0" smtClean="0">
                <a:ln>
                  <a:noFill/>
                </a:ln>
                <a:solidFill>
                  <a:srgbClr val="3263A7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Expansion in east</a:t>
            </a:r>
            <a:r>
              <a:rPr kumimoji="0" lang="en-US" altLang="zh-CN" sz="1050" b="1" i="0" u="none" strike="noStrike" kern="1200" cap="none" spc="0" normalizeH="0" noProof="0" dirty="0" smtClean="0">
                <a:ln>
                  <a:noFill/>
                </a:ln>
                <a:solidFill>
                  <a:srgbClr val="3263A7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area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3263A7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4610894" y="1033929"/>
            <a:ext cx="2192651" cy="51025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1" i="0" u="none" strike="noStrike" kern="1200" cap="none" spc="0" normalizeH="0" baseline="0" noProof="0" dirty="0" smtClean="0">
                <a:ln>
                  <a:noFill/>
                </a:ln>
                <a:solidFill>
                  <a:srgbClr val="3263A7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Construction of the High Potency</a:t>
            </a:r>
            <a:r>
              <a:rPr kumimoji="0" lang="en-US" altLang="zh-CN" sz="1050" b="1" i="0" u="none" strike="noStrike" kern="1200" cap="none" spc="0" normalizeH="0" noProof="0" dirty="0" smtClean="0">
                <a:ln>
                  <a:noFill/>
                </a:ln>
                <a:solidFill>
                  <a:srgbClr val="3263A7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Lab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3263A7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6889146" y="1033929"/>
            <a:ext cx="2192651" cy="51025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309555">
              <a:defRPr/>
            </a:pPr>
            <a:r>
              <a:rPr lang="en-US" altLang="zh-CN" sz="1050" b="1" dirty="0" smtClean="0">
                <a:solidFill>
                  <a:srgbClr val="3263A7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Install multi-purpose </a:t>
            </a:r>
            <a:r>
              <a:rPr lang="en-US" altLang="zh-CN" sz="1050" b="1" dirty="0">
                <a:solidFill>
                  <a:srgbClr val="3263A7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continuous hydrogenation </a:t>
            </a:r>
            <a:r>
              <a:rPr lang="en-US" altLang="zh-CN" sz="1050" b="1" dirty="0" smtClean="0">
                <a:solidFill>
                  <a:srgbClr val="3263A7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skids for Pilot Plant</a:t>
            </a:r>
            <a:endParaRPr kumimoji="0" lang="en-US" sz="1050" b="1" i="0" u="none" strike="noStrike" kern="1200" cap="none" spc="0" normalizeH="0" baseline="0" noProof="0" dirty="0">
              <a:ln>
                <a:noFill/>
              </a:ln>
              <a:solidFill>
                <a:srgbClr val="3263A7">
                  <a:lumMod val="50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0" name="Rounded Rectangle 4"/>
          <p:cNvSpPr/>
          <p:nvPr/>
        </p:nvSpPr>
        <p:spPr>
          <a:xfrm>
            <a:off x="75379" y="1635125"/>
            <a:ext cx="2192651" cy="3098239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微软雅黑" panose="020B0503020204020204" charset="-122"/>
              <a:ea typeface="黑体" panose="02010609060101010101" pitchFamily="49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1" name="Rounded Rectangle 4"/>
          <p:cNvSpPr/>
          <p:nvPr/>
        </p:nvSpPr>
        <p:spPr>
          <a:xfrm>
            <a:off x="2332642" y="1635125"/>
            <a:ext cx="2192651" cy="3114181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2" name="Rounded Rectangle 4"/>
          <p:cNvSpPr/>
          <p:nvPr/>
        </p:nvSpPr>
        <p:spPr>
          <a:xfrm>
            <a:off x="4607037" y="1635126"/>
            <a:ext cx="2192651" cy="3114180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3" name="Rounded Rectangle 4"/>
          <p:cNvSpPr/>
          <p:nvPr/>
        </p:nvSpPr>
        <p:spPr>
          <a:xfrm>
            <a:off x="6889146" y="1635126"/>
            <a:ext cx="2192651" cy="3114180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332642" y="1697570"/>
            <a:ext cx="2289944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9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Positioning</a:t>
            </a:r>
            <a:r>
              <a:rPr kumimoji="0" lang="zh-CN" altLang="en-US" sz="9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：</a:t>
            </a:r>
            <a:r>
              <a:rPr lang="en-US" altLang="zh-CN" sz="9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Upgrade capacities for reaction, hydrogenation, filtration and drying to support the medium and long-term production capacity demand in the </a:t>
            </a:r>
            <a:r>
              <a:rPr lang="en-US" altLang="zh-CN" sz="900" dirty="0" smtClean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Sandwich site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141635" y="1684419"/>
            <a:ext cx="2105406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sz="9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Positioning</a:t>
            </a:r>
            <a:r>
              <a:rPr kumimoji="0" sz="900" b="1" i="0" u="none" strike="noStrike" kern="1200" cap="none" spc="0" normalizeH="0" baseline="0" noProof="0" dirty="0" smtClean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：</a:t>
            </a:r>
            <a:r>
              <a:rPr lang="en-US" sz="9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Supplement the routine operation capacity of preparative HPLC, </a:t>
            </a:r>
            <a:r>
              <a:rPr lang="en-US" sz="900" dirty="0" err="1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lyophilization</a:t>
            </a:r>
            <a:r>
              <a:rPr lang="en-US" sz="9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and OEB5 within the existing </a:t>
            </a:r>
            <a:r>
              <a:rPr lang="en-US" sz="900" dirty="0" smtClean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plant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TextBox 13"/>
          <p:cNvSpPr txBox="1"/>
          <p:nvPr/>
        </p:nvSpPr>
        <p:spPr>
          <a:xfrm>
            <a:off x="128291" y="2429836"/>
            <a:ext cx="2192651" cy="21339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r>
              <a:rPr lang="en-US" sz="1000" b="1" dirty="0" smtClean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Progress</a:t>
            </a:r>
            <a:r>
              <a:rPr kumimoji="0" sz="1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charset="-122"/>
                <a:ea typeface="+mn-ea"/>
                <a:cs typeface="+mn-cs"/>
                <a:sym typeface="Arial" panose="020B0604020202020204" pitchFamily="34" charset="0"/>
              </a:rPr>
              <a:t>：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0F2B46"/>
              </a:solidFill>
              <a:effectLst/>
              <a:uLnTx/>
              <a:uFillTx/>
              <a:latin typeface="微软雅黑" panose="020B0503020204020204" charset="-122"/>
              <a:ea typeface="+mn-ea"/>
              <a:cs typeface="+mn-cs"/>
              <a:sym typeface="Arial" panose="020B0604020202020204" pitchFamily="34" charset="0"/>
            </a:endParaRPr>
          </a:p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HPLC</a:t>
            </a: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</a:t>
            </a:r>
            <a:r>
              <a: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+ </a:t>
            </a:r>
            <a:r>
              <a:rPr lang="en-US" altLang="zh-CN" sz="800" b="1" dirty="0" err="1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lyophilization</a:t>
            </a:r>
            <a:r>
              <a:rPr kumimoji="0" lang="zh-CN" alt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：</a:t>
            </a:r>
            <a:r>
              <a:rPr lang="en-US" altLang="zh-CN" sz="8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Technical feasibility study </a:t>
            </a:r>
            <a:r>
              <a:rPr lang="en-US" altLang="zh-CN" sz="800" dirty="0" smtClean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is completed; investment </a:t>
            </a:r>
            <a:r>
              <a:rPr lang="en-US" altLang="zh-CN" sz="8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calculation </a:t>
            </a:r>
            <a:r>
              <a:rPr lang="en-US" altLang="zh-CN" sz="800" dirty="0" smtClean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is finished</a:t>
            </a:r>
            <a:r>
              <a:rPr kumimoji="0" lang="zh-CN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；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kumimoji="0" lang="en-US" altLang="zh-CN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C1</a:t>
            </a:r>
            <a:r>
              <a:rPr lang="zh-CN" altLang="en-US" sz="8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800" b="1" dirty="0" smtClean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module </a:t>
            </a:r>
            <a:r>
              <a:rPr kumimoji="0" lang="en-US" altLang="zh-CN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OEB5</a:t>
            </a:r>
            <a:r>
              <a:rPr kumimoji="0" lang="en-US" altLang="zh-CN" sz="800" b="1" i="0" u="none" strike="noStrike" kern="1200" cap="none" spc="0" normalizeH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upgrade</a:t>
            </a:r>
            <a:r>
              <a:rPr kumimoji="0" lang="zh-CN" alt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：</a:t>
            </a:r>
            <a:r>
              <a:rPr lang="en-US" altLang="zh-CN" sz="8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Scope definition and cost estimation have been completed; delivery shall be synchronized with the liquid chromatography renovation </a:t>
            </a:r>
            <a:r>
              <a:rPr lang="en-US" altLang="zh-CN" sz="800" dirty="0" smtClean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project</a:t>
            </a:r>
            <a:endParaRPr kumimoji="0" lang="en-US" altLang="zh-CN" sz="200" b="0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r>
              <a:rPr lang="en-US" altLang="zh-CN" sz="1000" b="1" dirty="0" smtClean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Future plans</a:t>
            </a:r>
            <a:r>
              <a:rPr kumimoji="0" lang="zh-CN" altLang="en-US" sz="1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：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0F2B4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8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Following HQ approval of the plan and budget, the revamp line will be prioritized to deliver </a:t>
            </a:r>
            <a:r>
              <a:rPr lang="en-US" altLang="zh-CN" sz="800" dirty="0" smtClean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capacity </a:t>
            </a:r>
            <a:r>
              <a:rPr lang="en-US" altLang="zh-CN" sz="8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by 2027; it will be put into production in phases alongside the expansion </a:t>
            </a:r>
            <a:r>
              <a:rPr lang="en-US" altLang="zh-CN" sz="800" dirty="0" smtClean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line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356036" y="2482400"/>
            <a:ext cx="2169258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900" b="1" dirty="0" smtClean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Expansion </a:t>
            </a:r>
            <a:r>
              <a:rPr lang="en-US" altLang="zh-CN" sz="9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scope: </a:t>
            </a:r>
            <a:r>
              <a:rPr lang="en-US" altLang="zh-CN" sz="9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New 4-story main building plus equipment mezzanine on east side; 10 reactors, 2,500L hydrogenation reactor, 3 sets of filter dryers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TextBox 13"/>
          <p:cNvSpPr txBox="1"/>
          <p:nvPr/>
        </p:nvSpPr>
        <p:spPr>
          <a:xfrm>
            <a:off x="2363743" y="3307264"/>
            <a:ext cx="2278251" cy="13952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10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Progress</a:t>
            </a:r>
            <a:r>
              <a:rPr lang="zh-CN" altLang="en-US" sz="1000" b="1" dirty="0">
                <a:solidFill>
                  <a:srgbClr val="0F2B46"/>
                </a:solidFill>
                <a:latin typeface="微软雅黑" panose="020B0503020204020204" charset="-122"/>
              </a:rPr>
              <a:t>：</a:t>
            </a:r>
            <a:endParaRPr lang="en-US" altLang="zh-CN" sz="1000" b="1" dirty="0">
              <a:solidFill>
                <a:srgbClr val="0F2B46"/>
              </a:solidFill>
              <a:latin typeface="微软雅黑" panose="020B0503020204020204" charset="-122"/>
            </a:endParaRPr>
          </a:p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800" b="1" dirty="0" smtClean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Investment </a:t>
            </a:r>
            <a:r>
              <a:rPr lang="en-US" altLang="zh-CN" sz="8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calculation</a:t>
            </a:r>
            <a:r>
              <a:rPr kumimoji="0" lang="zh-CN" alt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：</a:t>
            </a:r>
            <a:r>
              <a:rPr kumimoji="0" lang="en-US" altLang="zh-CN" sz="800" i="0" u="none" strike="noStrike" kern="1200" cap="none" spc="0" normalizeH="0" baseline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finished</a:t>
            </a:r>
            <a:endParaRPr lang="en-US" altLang="zh-CN" sz="800" dirty="0">
              <a:solidFill>
                <a:srgbClr val="2C3E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800" b="1" dirty="0" smtClean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Feasibility </a:t>
            </a:r>
            <a:r>
              <a:rPr lang="en-US" altLang="zh-CN" sz="8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study </a:t>
            </a:r>
            <a:r>
              <a:rPr kumimoji="0" lang="zh-CN" alt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：</a:t>
            </a:r>
            <a:r>
              <a:rPr kumimoji="0" lang="en-US" altLang="zh-CN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finished (May</a:t>
            </a:r>
            <a:r>
              <a:rPr kumimoji="0" lang="en-US" altLang="zh-CN" sz="800" b="0" i="0" u="none" strike="noStrike" kern="1200" cap="none" spc="0" normalizeH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2026</a:t>
            </a:r>
            <a:r>
              <a:rPr lang="en-US" altLang="zh-CN" sz="800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); conceptual design &amp; detailed </a:t>
            </a:r>
            <a:r>
              <a:rPr lang="en-US" altLang="zh-CN" sz="800" dirty="0" smtClean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design in next stage</a:t>
            </a:r>
            <a:endParaRPr kumimoji="0" lang="zh-CN" altLang="en-US" sz="200" b="0" i="0" u="none" strike="noStrike" kern="1200" cap="none" spc="0" normalizeH="0" baseline="0" noProof="0" dirty="0">
              <a:ln>
                <a:noFill/>
              </a:ln>
              <a:solidFill>
                <a:srgbClr val="0F2B4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10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Future plans</a:t>
            </a:r>
            <a:r>
              <a:rPr lang="zh-CN" altLang="en-US" sz="10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000" b="1" dirty="0">
              <a:solidFill>
                <a:srgbClr val="0F2B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8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Following HQ approval of the plan and budget: Planning permission</a:t>
            </a:r>
            <a:r>
              <a:rPr kumimoji="0" lang="zh-CN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→ </a:t>
            </a:r>
            <a:r>
              <a:rPr lang="en-US" altLang="zh-CN" sz="800" noProof="0" dirty="0" smtClean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construction</a:t>
            </a:r>
            <a:r>
              <a:rPr kumimoji="0" lang="zh-CN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→ </a:t>
            </a:r>
            <a:r>
              <a:rPr lang="en-US" altLang="zh-CN" sz="8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The completion target by May 2030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631895" y="1725975"/>
            <a:ext cx="2278250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9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Positioning</a:t>
            </a:r>
            <a:r>
              <a:rPr kumimoji="0" lang="zh-CN" altLang="en-US" sz="9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：</a:t>
            </a:r>
            <a:r>
              <a:rPr lang="en-US" altLang="zh-CN" sz="9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Add new high-potency lab and operational capacity, which shall be interfaced with OEB5 upgrade and preparative HPLC capacity </a:t>
            </a:r>
            <a:r>
              <a:rPr lang="en-US" altLang="zh-CN" sz="900" dirty="0" smtClean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expansion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0" name="TextBox 13"/>
          <p:cNvSpPr txBox="1"/>
          <p:nvPr/>
        </p:nvSpPr>
        <p:spPr>
          <a:xfrm>
            <a:off x="4641994" y="2589048"/>
            <a:ext cx="2278251" cy="11131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10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Progress</a:t>
            </a:r>
            <a:r>
              <a:rPr lang="zh-CN" altLang="en-US" sz="1000" b="1" dirty="0">
                <a:solidFill>
                  <a:srgbClr val="0F2B46"/>
                </a:solidFill>
                <a:latin typeface="微软雅黑" panose="020B0503020204020204" charset="-122"/>
              </a:rPr>
              <a:t>：</a:t>
            </a:r>
            <a:endParaRPr lang="en-US" altLang="zh-CN" sz="1000" b="1" dirty="0">
              <a:solidFill>
                <a:srgbClr val="0F2B46"/>
              </a:solidFill>
              <a:latin typeface="微软雅黑" panose="020B0503020204020204" charset="-122"/>
            </a:endParaRPr>
          </a:p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8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Investment </a:t>
            </a:r>
            <a:r>
              <a:rPr lang="en-US" altLang="zh-CN" sz="800" b="1" dirty="0" smtClean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calculation</a:t>
            </a:r>
            <a:r>
              <a:rPr lang="zh-CN" altLang="en-US" sz="800" b="1" dirty="0" smtClean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in progress</a:t>
            </a: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800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Preliminary reasonable layout design and equipment count calculation completed; feasibility preliminarily verified, space determined and design preparation finished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F2B4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865750" y="1719672"/>
            <a:ext cx="2278250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9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Positioning</a:t>
            </a:r>
            <a:r>
              <a:rPr kumimoji="0" lang="zh-CN" altLang="en-US" sz="9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：</a:t>
            </a:r>
            <a:r>
              <a:rPr lang="en-US" altLang="zh-CN" sz="900" dirty="0" smtClean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Build </a:t>
            </a:r>
            <a:r>
              <a:rPr lang="en-US" altLang="zh-CN" sz="9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practical capabilities for UK/EU engineering standards, forming the capability infrastructure to support </a:t>
            </a:r>
            <a:r>
              <a:rPr lang="en-US" altLang="zh-CN" sz="900" dirty="0" err="1" smtClean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Asymchem</a:t>
            </a:r>
            <a:r>
              <a:rPr lang="en-US" altLang="zh-CN" sz="900" dirty="0" err="1" smtClean="0">
                <a:solidFill>
                  <a:srgbClr val="2C3E50"/>
                </a:solidFill>
                <a:latin typeface="+mn-lt"/>
                <a:ea typeface="微软雅黑" panose="020B0503020204020204" pitchFamily="34" charset="-122"/>
                <a:cs typeface="+mn-cs"/>
              </a:rPr>
              <a:t>’</a:t>
            </a:r>
            <a:r>
              <a:rPr lang="en-US" altLang="zh-CN" sz="900" dirty="0" err="1" smtClean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</a:t>
            </a:r>
            <a:r>
              <a:rPr lang="en-US" altLang="zh-CN" sz="900" dirty="0" smtClean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CDMO </a:t>
            </a:r>
            <a:r>
              <a:rPr lang="en-US" altLang="zh-CN" sz="9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market expansion in </a:t>
            </a:r>
            <a:r>
              <a:rPr lang="en-US" altLang="zh-CN" sz="900" dirty="0" smtClean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Europe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13"/>
          <p:cNvSpPr txBox="1"/>
          <p:nvPr/>
        </p:nvSpPr>
        <p:spPr>
          <a:xfrm>
            <a:off x="6865749" y="2589048"/>
            <a:ext cx="2278251" cy="14234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10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Progress</a:t>
            </a:r>
            <a:r>
              <a:rPr lang="zh-CN" altLang="en-US" sz="1000" b="1" dirty="0">
                <a:solidFill>
                  <a:srgbClr val="0F2B46"/>
                </a:solidFill>
                <a:latin typeface="微软雅黑" panose="020B0503020204020204" charset="-122"/>
              </a:rPr>
              <a:t>：</a:t>
            </a:r>
            <a:endParaRPr lang="en-US" altLang="zh-CN" sz="1000" b="1" dirty="0">
              <a:solidFill>
                <a:srgbClr val="0F2B46"/>
              </a:solidFill>
              <a:latin typeface="微软雅黑" panose="020B0503020204020204" charset="-122"/>
            </a:endParaRPr>
          </a:p>
          <a:p>
            <a:pPr marL="171446" lvl="0" indent="-171446" defTabSz="342892" eaLnBrk="1" fontAlgn="auto" hangingPunct="1">
              <a:spcBef>
                <a:spcPts val="0"/>
              </a:spcBef>
              <a:spcAft>
                <a:spcPts val="525"/>
              </a:spcAft>
              <a:buFont typeface="Arial" panose="020B0604020202020204" pitchFamily="34" charset="0"/>
              <a:buChar char="•"/>
              <a:defRPr sz="1050">
                <a:latin typeface="微软雅黑" panose="020B0503020204020204" charset="-122"/>
              </a:defRPr>
            </a:pPr>
            <a:r>
              <a:rPr lang="en-US" altLang="zh-CN" sz="800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Basic design documents fully </a:t>
            </a:r>
            <a:r>
              <a:rPr lang="en-US" altLang="zh-CN" sz="800" dirty="0" smtClean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available</a:t>
            </a:r>
          </a:p>
          <a:p>
            <a:pPr marL="171446" lvl="0" indent="-171446" defTabSz="342892" eaLnBrk="1" fontAlgn="auto" hangingPunct="1">
              <a:spcBef>
                <a:spcPts val="0"/>
              </a:spcBef>
              <a:spcAft>
                <a:spcPts val="525"/>
              </a:spcAft>
              <a:buFont typeface="Arial" panose="020B0604020202020204" pitchFamily="34" charset="0"/>
              <a:buChar char="•"/>
              <a:defRPr sz="1050">
                <a:latin typeface="微软雅黑" panose="020B0503020204020204" charset="-122"/>
              </a:defRPr>
            </a:pPr>
            <a:r>
              <a:rPr lang="en-US" altLang="zh-CN" sz="800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CE certification scope &amp; roadmap </a:t>
            </a:r>
            <a:r>
              <a:rPr lang="en-US" altLang="zh-CN" sz="800" dirty="0" smtClean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finalized</a:t>
            </a:r>
          </a:p>
          <a:p>
            <a:pPr marL="171446" lvl="0" indent="-171446" defTabSz="342892" eaLnBrk="1" fontAlgn="auto" hangingPunct="1">
              <a:spcBef>
                <a:spcPts val="0"/>
              </a:spcBef>
              <a:spcAft>
                <a:spcPts val="525"/>
              </a:spcAft>
              <a:buFont typeface="Arial" panose="020B0604020202020204" pitchFamily="34" charset="0"/>
              <a:buChar char="•"/>
              <a:defRPr sz="1050">
                <a:latin typeface="微软雅黑" panose="020B0503020204020204" charset="-122"/>
              </a:defRPr>
            </a:pPr>
            <a:r>
              <a:rPr lang="en-US" altLang="zh-CN" sz="8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Sino-UK engineering collaboration framework finalized: </a:t>
            </a:r>
            <a:r>
              <a:rPr lang="en-US" altLang="zh-CN" sz="800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IEPE overall design, CFCT skid manufacturing &amp; CE certification, on-site integration at UK </a:t>
            </a:r>
            <a:r>
              <a:rPr lang="en-US" altLang="zh-CN" sz="800" dirty="0" smtClean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Sandwich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F2B4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3" name="TextBox 13"/>
          <p:cNvSpPr txBox="1"/>
          <p:nvPr/>
        </p:nvSpPr>
        <p:spPr>
          <a:xfrm>
            <a:off x="6943638" y="4079391"/>
            <a:ext cx="2278251" cy="4334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10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Future plans</a:t>
            </a:r>
            <a:r>
              <a:rPr lang="zh-CN" altLang="en-US" sz="10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000" b="1" dirty="0">
              <a:solidFill>
                <a:srgbClr val="0F2B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8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Target: </a:t>
            </a:r>
            <a:r>
              <a:rPr lang="en-US" altLang="zh-CN" sz="800" dirty="0" smtClean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commissioning </a:t>
            </a:r>
            <a:r>
              <a:rPr lang="en-US" altLang="zh-CN" sz="800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 Sep 2027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F2B4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6" name="TextBox 13"/>
          <p:cNvSpPr txBox="1"/>
          <p:nvPr/>
        </p:nvSpPr>
        <p:spPr>
          <a:xfrm>
            <a:off x="4685443" y="3955196"/>
            <a:ext cx="2278251" cy="5565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10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Future plans</a:t>
            </a:r>
            <a:r>
              <a:rPr lang="zh-CN" altLang="en-US" sz="10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000" b="1" dirty="0">
              <a:solidFill>
                <a:srgbClr val="0F2B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800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Advance in coordination with the </a:t>
            </a:r>
            <a:r>
              <a:rPr lang="en-US" altLang="zh-CN" sz="800" dirty="0" smtClean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enhancement </a:t>
            </a:r>
            <a:r>
              <a:rPr lang="en-US" altLang="zh-CN" sz="800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of </a:t>
            </a:r>
            <a:r>
              <a:rPr lang="en-US" altLang="zh-CN" sz="800" dirty="0" smtClean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B902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F2B4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34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3095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ctr" defTabSz="3095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4" name="TextBox 5">
            <a:extLst>
              <a:ext uri="{FF2B5EF4-FFF2-40B4-BE49-F238E27FC236}">
                <a16:creationId xmlns:a16="http://schemas.microsoft.com/office/drawing/2014/main" id="{04DC71A8-0495-8648-876E-689563A09E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5064" y="208479"/>
            <a:ext cx="3815974" cy="403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 marL="0" marR="0" lvl="0" indent="0" algn="r" defTabSz="3095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25" b="1" i="0" u="none" strike="noStrike" kern="1200" cap="none" spc="0" normalizeH="0" baseline="0" noProof="0" dirty="0">
                <a:ln>
                  <a:noFill/>
                </a:ln>
                <a:solidFill>
                  <a:srgbClr val="0036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Sandwich Site</a:t>
            </a:r>
            <a:r>
              <a:rPr kumimoji="0" lang="zh-CN" altLang="en-US" sz="2025" b="1" i="0" u="none" strike="noStrike" kern="1200" cap="none" spc="0" normalizeH="0" baseline="0" noProof="0" dirty="0">
                <a:ln>
                  <a:noFill/>
                </a:ln>
                <a:solidFill>
                  <a:srgbClr val="0036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扩建进展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54390" y="1177523"/>
            <a:ext cx="2192651" cy="36665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263A7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B902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263A7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263A7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既有厂房改造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2332642" y="1177523"/>
            <a:ext cx="2192651" cy="36665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263A7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B902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263A7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263A7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东侧扩建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4610894" y="1177523"/>
            <a:ext cx="2192651" cy="36665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263A7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高活实验室建设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6889146" y="1177523"/>
            <a:ext cx="2192651" cy="36665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srgbClr val="3263A7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Arial" panose="020B0604020202020204" pitchFamily="34" charset="0"/>
              </a:rPr>
              <a:t>Pilot Plant </a:t>
            </a: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263A7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加装多用途连续氢化撬块</a:t>
            </a:r>
            <a:endParaRPr kumimoji="0" lang="en-US" sz="1050" b="1" i="0" u="none" strike="noStrike" kern="1200" cap="none" spc="0" normalizeH="0" baseline="0" noProof="0" dirty="0">
              <a:ln>
                <a:noFill/>
              </a:ln>
              <a:solidFill>
                <a:srgbClr val="3263A7">
                  <a:lumMod val="50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0" name="Rounded Rectangle 4"/>
          <p:cNvSpPr/>
          <p:nvPr/>
        </p:nvSpPr>
        <p:spPr>
          <a:xfrm>
            <a:off x="75379" y="1635126"/>
            <a:ext cx="2192651" cy="2531138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微软雅黑" panose="020B0503020204020204" charset="-122"/>
              <a:ea typeface="黑体" panose="02010609060101010101" pitchFamily="49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1" name="Rounded Rectangle 4"/>
          <p:cNvSpPr/>
          <p:nvPr/>
        </p:nvSpPr>
        <p:spPr>
          <a:xfrm>
            <a:off x="2332642" y="1635126"/>
            <a:ext cx="2192651" cy="2531138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2" name="Rounded Rectangle 4"/>
          <p:cNvSpPr/>
          <p:nvPr/>
        </p:nvSpPr>
        <p:spPr>
          <a:xfrm>
            <a:off x="4610893" y="1635126"/>
            <a:ext cx="2192651" cy="2531138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3" name="Rounded Rectangle 4"/>
          <p:cNvSpPr/>
          <p:nvPr/>
        </p:nvSpPr>
        <p:spPr>
          <a:xfrm>
            <a:off x="6889146" y="1635126"/>
            <a:ext cx="2192651" cy="2531138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332642" y="1719672"/>
            <a:ext cx="20894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定位：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反应、加氢、过滤干燥能力提升，支撑英国中长期产能</a:t>
            </a:r>
          </a:p>
        </p:txBody>
      </p:sp>
      <p:sp>
        <p:nvSpPr>
          <p:cNvPr id="15" name="TextBox 13"/>
          <p:cNvSpPr txBox="1"/>
          <p:nvPr/>
        </p:nvSpPr>
        <p:spPr>
          <a:xfrm>
            <a:off x="98011" y="1719672"/>
            <a:ext cx="2105406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定位：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在现有厂房内补齐制备液相色谱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HPLC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、冻干及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OEB5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日常运行能力</a:t>
            </a:r>
          </a:p>
        </p:txBody>
      </p:sp>
      <p:sp>
        <p:nvSpPr>
          <p:cNvPr id="16" name="TextBox 13"/>
          <p:cNvSpPr txBox="1"/>
          <p:nvPr/>
        </p:nvSpPr>
        <p:spPr>
          <a:xfrm>
            <a:off x="75379" y="2350231"/>
            <a:ext cx="2192651" cy="1490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r>
              <a:rPr lang="en-US" sz="1000" b="1" dirty="0" smtClean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Progress</a:t>
            </a:r>
            <a:r>
              <a:rPr kumimoji="0" sz="1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charset="-122"/>
                <a:ea typeface="+mn-ea"/>
                <a:cs typeface="+mn-cs"/>
                <a:sym typeface="Arial" panose="020B0604020202020204" pitchFamily="34" charset="0"/>
              </a:rPr>
              <a:t>：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0F2B46"/>
              </a:solidFill>
              <a:effectLst/>
              <a:uLnTx/>
              <a:uFillTx/>
              <a:latin typeface="微软雅黑" panose="020B0503020204020204" charset="-122"/>
              <a:ea typeface="+mn-ea"/>
              <a:cs typeface="+mn-cs"/>
              <a:sym typeface="Arial" panose="020B0604020202020204" pitchFamily="34" charset="0"/>
            </a:endParaRPr>
          </a:p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r>
              <a: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HPLC</a:t>
            </a: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</a:t>
            </a:r>
            <a:r>
              <a: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+ </a:t>
            </a: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冻干：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技术可行性研究已完成；投资测算已完成；</a:t>
            </a:r>
          </a:p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r>
              <a: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C1</a:t>
            </a: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模块</a:t>
            </a:r>
            <a:r>
              <a: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OEB5</a:t>
            </a: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升级：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范围与费用测算已完成；须与液相色谱改造同步交付</a:t>
            </a: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endParaRPr kumimoji="0" lang="en-US" altLang="zh-CN" sz="200" b="0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r>
              <a:rPr lang="en-US" altLang="zh-CN" sz="1000" b="1" dirty="0" smtClean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Future plans</a:t>
            </a:r>
            <a:r>
              <a:rPr kumimoji="0" lang="zh-CN" altLang="en-US" sz="1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：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0F2B4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改造线优先兑现 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2027 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年可运行能力；与扩建线并行、分阶段投产</a:t>
            </a:r>
          </a:p>
        </p:txBody>
      </p:sp>
      <p:sp>
        <p:nvSpPr>
          <p:cNvPr id="14" name="矩形 13"/>
          <p:cNvSpPr/>
          <p:nvPr/>
        </p:nvSpPr>
        <p:spPr>
          <a:xfrm>
            <a:off x="2332641" y="2243839"/>
            <a:ext cx="216925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扩建范围：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东侧新建四层主体及设备夹层，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10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台反应釜、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2,500L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加氢釜、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3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套过滤干燥机</a:t>
            </a:r>
          </a:p>
        </p:txBody>
      </p:sp>
      <p:sp>
        <p:nvSpPr>
          <p:cNvPr id="18" name="TextBox 13"/>
          <p:cNvSpPr txBox="1"/>
          <p:nvPr/>
        </p:nvSpPr>
        <p:spPr>
          <a:xfrm>
            <a:off x="2332642" y="2819745"/>
            <a:ext cx="2278251" cy="12439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10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Progress</a:t>
            </a:r>
            <a:r>
              <a:rPr lang="zh-CN" altLang="en-US" sz="1000" b="1" dirty="0">
                <a:solidFill>
                  <a:srgbClr val="0F2B46"/>
                </a:solidFill>
                <a:latin typeface="微软雅黑" panose="020B0503020204020204" charset="-122"/>
              </a:rPr>
              <a:t>：</a:t>
            </a:r>
            <a:endParaRPr lang="en-US" altLang="zh-CN" sz="1000" b="1" dirty="0">
              <a:solidFill>
                <a:srgbClr val="0F2B46"/>
              </a:solidFill>
              <a:latin typeface="微软雅黑" panose="020B0503020204020204" charset="-122"/>
            </a:endParaRPr>
          </a:p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r>
              <a:rPr kumimoji="0" lang="zh-CN" alt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投资</a:t>
            </a: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测算：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已完成</a:t>
            </a:r>
          </a:p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可行性研究：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已完成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(2026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年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5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月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); 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后续进入概念设计及详细设计</a:t>
            </a: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0F2B4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endParaRPr kumimoji="0" lang="zh-CN" altLang="en-US" sz="200" b="0" i="0" u="none" strike="noStrike" kern="1200" cap="none" spc="0" normalizeH="0" baseline="0" noProof="0" dirty="0">
              <a:ln>
                <a:noFill/>
              </a:ln>
              <a:solidFill>
                <a:srgbClr val="0F2B4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10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Future plans</a:t>
            </a:r>
            <a:r>
              <a:rPr lang="zh-CN" altLang="en-US" sz="10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000" b="1" dirty="0">
              <a:solidFill>
                <a:srgbClr val="0F2B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r>
              <a:rPr kumimoji="0" lang="zh-CN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规划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许可 → 施工建设 → 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2030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年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5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月竣工目标</a:t>
            </a:r>
          </a:p>
        </p:txBody>
      </p:sp>
      <p:sp>
        <p:nvSpPr>
          <p:cNvPr id="17" name="矩形 16"/>
          <p:cNvSpPr/>
          <p:nvPr/>
        </p:nvSpPr>
        <p:spPr>
          <a:xfrm>
            <a:off x="4631895" y="1725975"/>
            <a:ext cx="22782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定位：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新增高活实验与运行能力，与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OEB5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升级及制备液相色谱能力衔接</a:t>
            </a:r>
          </a:p>
        </p:txBody>
      </p:sp>
      <p:sp>
        <p:nvSpPr>
          <p:cNvPr id="20" name="TextBox 13"/>
          <p:cNvSpPr txBox="1"/>
          <p:nvPr/>
        </p:nvSpPr>
        <p:spPr>
          <a:xfrm>
            <a:off x="4610894" y="2228929"/>
            <a:ext cx="2278251" cy="7437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10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Progress</a:t>
            </a:r>
            <a:r>
              <a:rPr lang="zh-CN" altLang="en-US" sz="1000" b="1" dirty="0">
                <a:solidFill>
                  <a:srgbClr val="0F2B46"/>
                </a:solidFill>
                <a:latin typeface="微软雅黑" panose="020B0503020204020204" charset="-122"/>
              </a:rPr>
              <a:t>：</a:t>
            </a:r>
            <a:endParaRPr lang="en-US" altLang="zh-CN" sz="1000" b="1" dirty="0">
              <a:solidFill>
                <a:srgbClr val="0F2B46"/>
              </a:solidFill>
              <a:latin typeface="微软雅黑" panose="020B0503020204020204" charset="-122"/>
            </a:endParaRPr>
          </a:p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r>
              <a:rPr kumimoji="0" lang="zh-CN" alt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投资</a:t>
            </a: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测算：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进行中</a:t>
            </a: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已完成布局初步合理设计与设备数量测算，初步确认可行性，选定空间并完成设计准备</a:t>
            </a:r>
          </a:p>
        </p:txBody>
      </p:sp>
      <p:sp>
        <p:nvSpPr>
          <p:cNvPr id="21" name="矩形 20"/>
          <p:cNvSpPr/>
          <p:nvPr/>
        </p:nvSpPr>
        <p:spPr>
          <a:xfrm>
            <a:off x="6865750" y="1719672"/>
            <a:ext cx="227825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定位：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系统建立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UK/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欧盟工程规范实操能力，支撑凯莱英欧洲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CDMO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市场拓展的能力基础设施</a:t>
            </a:r>
          </a:p>
        </p:txBody>
      </p:sp>
      <p:sp>
        <p:nvSpPr>
          <p:cNvPr id="22" name="TextBox 13"/>
          <p:cNvSpPr txBox="1"/>
          <p:nvPr/>
        </p:nvSpPr>
        <p:spPr>
          <a:xfrm>
            <a:off x="6889144" y="2333560"/>
            <a:ext cx="2278251" cy="12413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10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Progress</a:t>
            </a:r>
            <a:r>
              <a:rPr lang="zh-CN" altLang="en-US" sz="1000" b="1" dirty="0">
                <a:solidFill>
                  <a:srgbClr val="0F2B46"/>
                </a:solidFill>
                <a:latin typeface="微软雅黑" panose="020B0503020204020204" charset="-122"/>
              </a:rPr>
              <a:t>：</a:t>
            </a:r>
            <a:endParaRPr lang="en-US" altLang="zh-CN" sz="1000" b="1" dirty="0">
              <a:solidFill>
                <a:srgbClr val="0F2B46"/>
              </a:solidFill>
              <a:latin typeface="微软雅黑" panose="020B0503020204020204" charset="-122"/>
            </a:endParaRPr>
          </a:p>
          <a:p>
            <a:pPr marL="171446" marR="0" lvl="0" indent="-171446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 typeface="Arial" panose="020B0604020202020204" pitchFamily="34" charset="0"/>
              <a:buChar char="•"/>
              <a:tabLst/>
              <a:defRPr sz="1050">
                <a:latin typeface="微软雅黑" panose="020B0503020204020204" charset="-122"/>
              </a:defRPr>
            </a:pPr>
            <a:r>
              <a:rPr kumimoji="0" lang="zh-CN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基础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设计文件已齐备</a:t>
            </a: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0F2B4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171446" marR="0" lvl="0" indent="-171446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 typeface="Arial" panose="020B0604020202020204" pitchFamily="34" charset="0"/>
              <a:buChar char="•"/>
              <a:tabLst/>
              <a:defRPr sz="1050">
                <a:latin typeface="微软雅黑" panose="020B0503020204020204" charset="-122"/>
              </a:defRPr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CE 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认证范围与路径确定</a:t>
            </a:r>
          </a:p>
          <a:p>
            <a:pPr marL="171446" marR="0" lvl="0" indent="-171446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 typeface="Arial" panose="020B0604020202020204" pitchFamily="34" charset="0"/>
              <a:buChar char="•"/>
              <a:tabLst/>
              <a:defRPr sz="1050">
                <a:latin typeface="微软雅黑" panose="020B0503020204020204" charset="-122"/>
              </a:defRPr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中英团队双方工程协作机制成型：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IEPE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整体设计 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+ CFCT 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撬块制造与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CE 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认证 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+ UK Sandwich 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现场集成</a:t>
            </a:r>
          </a:p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F2B4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3" name="TextBox 13"/>
          <p:cNvSpPr txBox="1"/>
          <p:nvPr/>
        </p:nvSpPr>
        <p:spPr>
          <a:xfrm>
            <a:off x="6912539" y="3569981"/>
            <a:ext cx="2278251" cy="4334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10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Future plans</a:t>
            </a:r>
            <a:r>
              <a:rPr lang="zh-CN" altLang="en-US" sz="10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000" b="1" dirty="0">
              <a:solidFill>
                <a:srgbClr val="0F2B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r>
              <a:rPr kumimoji="0" lang="zh-CN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于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2027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年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9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月实现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Sandwich site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现场开车目标</a:t>
            </a:r>
          </a:p>
        </p:txBody>
      </p:sp>
      <p:sp>
        <p:nvSpPr>
          <p:cNvPr id="26" name="TextBox 13"/>
          <p:cNvSpPr txBox="1"/>
          <p:nvPr/>
        </p:nvSpPr>
        <p:spPr>
          <a:xfrm>
            <a:off x="4599194" y="2994629"/>
            <a:ext cx="2278251" cy="4334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10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Future plans</a:t>
            </a:r>
            <a:r>
              <a:rPr lang="zh-CN" altLang="en-US" sz="10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000" b="1" dirty="0">
              <a:solidFill>
                <a:srgbClr val="0F2B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r>
              <a:rPr kumimoji="0" lang="zh-CN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和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B902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既有厂房改造协同推进</a:t>
            </a:r>
          </a:p>
        </p:txBody>
      </p:sp>
    </p:spTree>
    <p:extLst>
      <p:ext uri="{BB962C8B-B14F-4D97-AF65-F5344CB8AC3E}">
        <p14:creationId xmlns:p14="http://schemas.microsoft.com/office/powerpoint/2010/main" val="33099610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heme/theme1.xml><?xml version="1.0" encoding="utf-8"?>
<a:theme xmlns:a="http://schemas.openxmlformats.org/drawingml/2006/main" name="2_White">
  <a:themeElements>
    <a:clrScheme name="Slideworks Colors">
      <a:dk1>
        <a:srgbClr val="FFFFFF"/>
      </a:dk1>
      <a:lt1>
        <a:srgbClr val="061F32"/>
      </a:lt1>
      <a:dk2>
        <a:srgbClr val="000000"/>
      </a:dk2>
      <a:lt2>
        <a:srgbClr val="000000"/>
      </a:lt2>
      <a:accent1>
        <a:srgbClr val="00A7F2"/>
      </a:accent1>
      <a:accent2>
        <a:srgbClr val="3478AB"/>
      </a:accent2>
      <a:accent3>
        <a:srgbClr val="1D4769"/>
      </a:accent3>
      <a:accent4>
        <a:srgbClr val="061F32"/>
      </a:accent4>
      <a:accent5>
        <a:srgbClr val="1C3CDF"/>
      </a:accent5>
      <a:accent6>
        <a:srgbClr val="F8BC3B"/>
      </a:accent6>
      <a:hlink>
        <a:srgbClr val="3478AB"/>
      </a:hlink>
      <a:folHlink>
        <a:srgbClr val="8B78AB"/>
      </a:folHlink>
    </a:clrScheme>
    <a:fontScheme name="Scheme Whit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White 1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FFFFFF"/>
        </a:accent3>
        <a:accent4>
          <a:srgbClr val="000000"/>
        </a:accent4>
        <a:accent5>
          <a:srgbClr val="AAABAC"/>
        </a:accent5>
        <a:accent6>
          <a:srgbClr val="0099DD"/>
        </a:accent6>
        <a:hlink>
          <a:srgbClr val="1F40E6"/>
        </a:hlink>
        <a:folHlink>
          <a:srgbClr val="8C5AC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White">
  <a:themeElements>
    <a:clrScheme name="Slideworks Colors">
      <a:dk1>
        <a:srgbClr val="FFFFFF"/>
      </a:dk1>
      <a:lt1>
        <a:srgbClr val="061F32"/>
      </a:lt1>
      <a:dk2>
        <a:srgbClr val="000000"/>
      </a:dk2>
      <a:lt2>
        <a:srgbClr val="000000"/>
      </a:lt2>
      <a:accent1>
        <a:srgbClr val="00A7F2"/>
      </a:accent1>
      <a:accent2>
        <a:srgbClr val="3478AB"/>
      </a:accent2>
      <a:accent3>
        <a:srgbClr val="1D4769"/>
      </a:accent3>
      <a:accent4>
        <a:srgbClr val="061F32"/>
      </a:accent4>
      <a:accent5>
        <a:srgbClr val="1C3CDF"/>
      </a:accent5>
      <a:accent6>
        <a:srgbClr val="F8BC3B"/>
      </a:accent6>
      <a:hlink>
        <a:srgbClr val="3478AB"/>
      </a:hlink>
      <a:folHlink>
        <a:srgbClr val="8B78AB"/>
      </a:folHlink>
    </a:clrScheme>
    <a:fontScheme name="Scheme Whit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White 1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FFFFFF"/>
        </a:accent3>
        <a:accent4>
          <a:srgbClr val="000000"/>
        </a:accent4>
        <a:accent5>
          <a:srgbClr val="AAABAC"/>
        </a:accent5>
        <a:accent6>
          <a:srgbClr val="0099DD"/>
        </a:accent6>
        <a:hlink>
          <a:srgbClr val="1F40E6"/>
        </a:hlink>
        <a:folHlink>
          <a:srgbClr val="8C5AC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6_White">
  <a:themeElements>
    <a:clrScheme name="自定义 4">
      <a:dk1>
        <a:srgbClr val="003669"/>
      </a:dk1>
      <a:lt1>
        <a:srgbClr val="FFFFFF"/>
      </a:lt1>
      <a:dk2>
        <a:srgbClr val="3263A7"/>
      </a:dk2>
      <a:lt2>
        <a:srgbClr val="E7E6E6"/>
      </a:lt2>
      <a:accent1>
        <a:srgbClr val="4472C4"/>
      </a:accent1>
      <a:accent2>
        <a:srgbClr val="E5B620"/>
      </a:accent2>
      <a:accent3>
        <a:srgbClr val="2649AB"/>
      </a:accent3>
      <a:accent4>
        <a:srgbClr val="FFC000"/>
      </a:accent4>
      <a:accent5>
        <a:srgbClr val="5B9BD5"/>
      </a:accent5>
      <a:accent6>
        <a:srgbClr val="2AA9DB"/>
      </a:accent6>
      <a:hlink>
        <a:srgbClr val="0563C1"/>
      </a:hlink>
      <a:folHlink>
        <a:srgbClr val="954F72"/>
      </a:folHlink>
    </a:clrScheme>
    <a:fontScheme name="Arial Black-Arial">
      <a:majorFont>
        <a:latin typeface="Arial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 fontAlgn="auto">
          <a:spcAft>
            <a:spcPts val="0"/>
          </a:spcAft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8_White">
  <a:themeElements>
    <a:clrScheme name="自定义 4">
      <a:dk1>
        <a:srgbClr val="003669"/>
      </a:dk1>
      <a:lt1>
        <a:srgbClr val="FFFFFF"/>
      </a:lt1>
      <a:dk2>
        <a:srgbClr val="3263A7"/>
      </a:dk2>
      <a:lt2>
        <a:srgbClr val="E7E6E6"/>
      </a:lt2>
      <a:accent1>
        <a:srgbClr val="4472C4"/>
      </a:accent1>
      <a:accent2>
        <a:srgbClr val="E5B620"/>
      </a:accent2>
      <a:accent3>
        <a:srgbClr val="2649AB"/>
      </a:accent3>
      <a:accent4>
        <a:srgbClr val="FFC000"/>
      </a:accent4>
      <a:accent5>
        <a:srgbClr val="5B9BD5"/>
      </a:accent5>
      <a:accent6>
        <a:srgbClr val="2AA9DB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7BF"/>
      </a:accent1>
      <a:accent2>
        <a:srgbClr val="D0CDD0"/>
      </a:accent2>
      <a:accent3>
        <a:srgbClr val="BDBEBD"/>
      </a:accent3>
      <a:accent4>
        <a:srgbClr val="ACAAAD"/>
      </a:accent4>
      <a:accent5>
        <a:srgbClr val="9B999C"/>
      </a:accent5>
      <a:accent6>
        <a:srgbClr val="545554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alpha val="60000"/>
          </a:schemeClr>
        </a:solidFill>
        <a:ln w="12700" cap="flat">
          <a:noFill/>
          <a:miter lim="400000"/>
        </a:ln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000" b="0" i="0" u="none" strike="noStrike" cap="none" spc="0" normalizeH="0" baseline="0">
            <a:ln>
              <a:noFill/>
            </a:ln>
            <a:solidFill>
              <a:srgbClr val="252D30"/>
            </a:solidFill>
            <a:effectLst/>
            <a:uFillTx/>
            <a:latin typeface="Arial" panose="020B0604020202020204"/>
            <a:ea typeface="Arial" panose="020B0604020202020204"/>
            <a:cs typeface="Arial" panose="020B0604020202020204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15926</TotalTime>
  <Words>635</Words>
  <Application>Microsoft Office PowerPoint</Application>
  <PresentationFormat>全屏显示(16:9)</PresentationFormat>
  <Paragraphs>66</Paragraphs>
  <Slides>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8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24" baseType="lpstr">
      <vt:lpstr>Canela Text Regular</vt:lpstr>
      <vt:lpstr>Helvetica Light</vt:lpstr>
      <vt:lpstr>Helvetica Neue</vt:lpstr>
      <vt:lpstr>黑体</vt:lpstr>
      <vt:lpstr>宋体</vt:lpstr>
      <vt:lpstr>微软雅黑</vt:lpstr>
      <vt:lpstr>Arial</vt:lpstr>
      <vt:lpstr>Arial Black</vt:lpstr>
      <vt:lpstr>Calibri</vt:lpstr>
      <vt:lpstr>Georgia</vt:lpstr>
      <vt:lpstr>Segoe UI</vt:lpstr>
      <vt:lpstr>Times</vt:lpstr>
      <vt:lpstr>Wingdings</vt:lpstr>
      <vt:lpstr>2_White</vt:lpstr>
      <vt:lpstr>webwppDefTheme</vt:lpstr>
      <vt:lpstr>1_webwppDefTheme</vt:lpstr>
      <vt:lpstr>4_White</vt:lpstr>
      <vt:lpstr>6_White</vt:lpstr>
      <vt:lpstr>2_webwppDefTheme</vt:lpstr>
      <vt:lpstr>12_webwppDefTheme</vt:lpstr>
      <vt:lpstr>8_White</vt:lpstr>
      <vt:lpstr>TCLayout.ActiveDocument.1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</dc:title>
  <dc:creator>qianjianghao</dc:creator>
  <cp:lastModifiedBy>Shuai Pan</cp:lastModifiedBy>
  <cp:revision>1836</cp:revision>
  <cp:lastPrinted>2020-08-24T06:52:00Z</cp:lastPrinted>
  <dcterms:created xsi:type="dcterms:W3CDTF">2020-08-24T06:52:00Z</dcterms:created>
  <dcterms:modified xsi:type="dcterms:W3CDTF">2026-07-14T02:16:19Z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2052-11.1.0.10463</vt:lpwstr>
  </property>
  <property fmtid="{D5CDD505-2E9C-101B-9397-08002B2CF9AE}" pid="3" name="ICV">
    <vt:lpwstr>6CE3AC170A46476F9F966556CB5A9253</vt:lpwstr>
  </property>
</Properties>
</file>